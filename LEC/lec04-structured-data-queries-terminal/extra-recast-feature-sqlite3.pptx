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DA75F-A0D9-4792-A15D-7D907949407C}" v="3" dt="2026-02-12T19:53:10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custSel addSld delSld modSld">
      <pc:chgData name="Frommer, Ian Dr. (EDU)" userId="28ca3ff0-544f-450a-928b-99e19cf49b89" providerId="ADAL" clId="{FDDA6EB0-4FD6-4516-ACA5-A4CAC6441DA7}" dt="2026-02-12T19:54:41.819" v="811" actId="2711"/>
      <pc:docMkLst>
        <pc:docMk/>
      </pc:docMkLst>
      <pc:sldChg chg="new del">
        <pc:chgData name="Frommer, Ian Dr. (EDU)" userId="28ca3ff0-544f-450a-928b-99e19cf49b89" providerId="ADAL" clId="{FDDA6EB0-4FD6-4516-ACA5-A4CAC6441DA7}" dt="2026-02-12T19:52:01.949" v="688" actId="47"/>
        <pc:sldMkLst>
          <pc:docMk/>
          <pc:sldMk cId="2198600538" sldId="256"/>
        </pc:sldMkLst>
      </pc:sldChg>
      <pc:sldChg chg="modSp new mod">
        <pc:chgData name="Frommer, Ian Dr. (EDU)" userId="28ca3ff0-544f-450a-928b-99e19cf49b89" providerId="ADAL" clId="{FDDA6EB0-4FD6-4516-ACA5-A4CAC6441DA7}" dt="2026-02-12T19:51:49.046" v="687" actId="2711"/>
        <pc:sldMkLst>
          <pc:docMk/>
          <pc:sldMk cId="2580554579" sldId="257"/>
        </pc:sldMkLst>
        <pc:spChg chg="mod">
          <ac:chgData name="Frommer, Ian Dr. (EDU)" userId="28ca3ff0-544f-450a-928b-99e19cf49b89" providerId="ADAL" clId="{FDDA6EB0-4FD6-4516-ACA5-A4CAC6441DA7}" dt="2026-02-12T19:44:51.971" v="39" actId="20577"/>
          <ac:spMkLst>
            <pc:docMk/>
            <pc:sldMk cId="2580554579" sldId="257"/>
            <ac:spMk id="2" creationId="{71935F28-2071-6314-BA45-D4FA4D94DC7E}"/>
          </ac:spMkLst>
        </pc:spChg>
        <pc:spChg chg="mod">
          <ac:chgData name="Frommer, Ian Dr. (EDU)" userId="28ca3ff0-544f-450a-928b-99e19cf49b89" providerId="ADAL" clId="{FDDA6EB0-4FD6-4516-ACA5-A4CAC6441DA7}" dt="2026-02-12T19:51:49.046" v="687" actId="2711"/>
          <ac:spMkLst>
            <pc:docMk/>
            <pc:sldMk cId="2580554579" sldId="257"/>
            <ac:spMk id="3" creationId="{8D81B356-6A39-A806-6A2D-58E8DE45D231}"/>
          </ac:spMkLst>
        </pc:spChg>
      </pc:sldChg>
      <pc:sldChg chg="modSp new mod">
        <pc:chgData name="Frommer, Ian Dr. (EDU)" userId="28ca3ff0-544f-450a-928b-99e19cf49b89" providerId="ADAL" clId="{FDDA6EB0-4FD6-4516-ACA5-A4CAC6441DA7}" dt="2026-02-12T19:54:41.819" v="811" actId="2711"/>
        <pc:sldMkLst>
          <pc:docMk/>
          <pc:sldMk cId="3620491921" sldId="258"/>
        </pc:sldMkLst>
        <pc:spChg chg="mod">
          <ac:chgData name="Frommer, Ian Dr. (EDU)" userId="28ca3ff0-544f-450a-928b-99e19cf49b89" providerId="ADAL" clId="{FDDA6EB0-4FD6-4516-ACA5-A4CAC6441DA7}" dt="2026-02-12T19:52:13.613" v="702" actId="20577"/>
          <ac:spMkLst>
            <pc:docMk/>
            <pc:sldMk cId="3620491921" sldId="258"/>
            <ac:spMk id="2" creationId="{2987100E-421B-08CC-B2EE-48C503085B38}"/>
          </ac:spMkLst>
        </pc:spChg>
        <pc:spChg chg="mod">
          <ac:chgData name="Frommer, Ian Dr. (EDU)" userId="28ca3ff0-544f-450a-928b-99e19cf49b89" providerId="ADAL" clId="{FDDA6EB0-4FD6-4516-ACA5-A4CAC6441DA7}" dt="2026-02-12T19:54:41.819" v="811" actId="2711"/>
          <ac:spMkLst>
            <pc:docMk/>
            <pc:sldMk cId="3620491921" sldId="258"/>
            <ac:spMk id="3" creationId="{13B1C386-F4D5-1BD4-33F7-03B6C434C7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C03F-EEA7-916F-1DFF-D20524A8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0F9AD-3219-75C6-4184-B3130484B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BFC4-A5B0-E463-2DBD-571527B1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0EEE3-220C-54DE-6100-7E312582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762CB-DC0F-3A56-FDC6-8C411074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5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BAE1-5D3A-39B4-54E0-1F3E94D1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96BED-ABD5-FFF6-5B24-D560DA7F3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D40A-E586-52E5-E983-409306CFF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CDE50-2748-F3F8-94DB-D2D26B82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84B3-9FFA-BD09-AB02-1E2FE301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9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1DD4-5182-E8CF-2D6B-F479882F8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1DC55-FBB2-197C-354E-ED702EF0A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1173-86BD-5B83-24DE-632E5F41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FB74A-2AF2-8A71-5437-F16EAF20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00E5-A529-BB7A-A9B7-A76C37D5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1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3441-EB60-E243-C673-FCD7E246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30590-615A-9E13-B23A-22EB8747F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77DB1-7C95-EF75-F85C-AA34665D2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0A361-F801-D5BA-65FF-E5D58524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92C1B-A3C6-0294-485B-B76EC072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C8157-F132-C462-AD90-2F33C496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96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3D64-2EBA-1756-C727-B00216F3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0F0A2-903C-668A-2BB0-508286B2D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27DEC-C520-F1C5-127E-DA6148806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F57B0-7673-8175-EAE7-4A8D02E7B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FBE10-6A08-129B-C698-0F08EF7CF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A81BFF-1C4C-FE13-487A-22C203F6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E23A92-5C92-2E57-8B8F-DAB84BAF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3E3AF-3D16-AA98-5F7E-B15F7F34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4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6AB4-8E6F-CE79-DA03-05118A36C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3BB95A-07C3-C5F9-283D-445B4B5A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E106E-0FF5-8488-A20A-1C18AD42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B43A-5D00-B35B-C062-5C533A84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2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5D091-B600-E72D-875C-011247D77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5CB7F-F4E1-6D5D-ED74-06E38561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7194D-5713-9ADC-3718-13798011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82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72ED6-117D-4A1C-CDAB-4820473E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60DE6-F149-F814-55F3-63464E586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3C65F-F061-9A86-9FF5-93A7E5EE3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F4401-DAAC-0DFF-22DC-FA5C1756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36403-9DB2-5584-FFE4-163D08AC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AD51E-2528-5418-E916-45941C8E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C3E57-1570-644C-6EF4-3880C6BF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E37A5-D1E7-41F1-9783-A2CC06DFD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60882-1DE6-3EFA-7FFF-ABAC955E3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7744C-0B3A-1B80-4D40-0AFB6729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71F9B-DFC7-7373-68F8-0D15ADF3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D294F-D676-C565-5BC2-B6F4F67D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6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2F28-81B2-6AEA-D01A-17756052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2007F-F676-72B7-C9D9-905EE67C5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D4B41-58B0-E30D-082A-3DEC0507A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D2A54-FC1A-398D-111B-A1027D28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0C067-9907-5219-4E5F-3CD375F0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5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823591-47AD-4D9F-10DE-5B1E66419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F014F-8546-A281-3A72-022843778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EE089-1E8C-7D9D-0761-6B51107C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C34C-3695-DAEF-ECCE-40BF9B74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6D512-EF7F-2D62-6224-50A4B129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1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6C240-CE30-AE09-7312-B2B095C0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65952-8947-63BD-8A8E-E1A7B02F3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CC35-061D-F94A-F317-268DAF194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24BCD-0241-4641-B493-63D54DD8B873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3D6A4-C3E3-56EA-E050-DCD685CB97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F824E-2F0D-B593-5139-C60821CC6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1F426-B93E-4BA9-912B-0EECA7379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6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5F28-2071-6314-BA45-D4FA4D94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recast a feature in a table in sqlite3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1B356-6A39-A806-6A2D-58E8DE45D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In the example searching the CT Covid data for records with deaths &gt; 300, we found the column was formatted as text, leading to errors in filtering.</a:t>
            </a:r>
          </a:p>
          <a:p>
            <a:r>
              <a:rPr lang="en-US"/>
              <a:t>There is no easy way to convert the column’s data type in sqlite3.  </a:t>
            </a:r>
          </a:p>
          <a:p>
            <a:r>
              <a:rPr lang="en-US"/>
              <a:t>One workaround is to create a new table with the proper data types and copy the existing one into it: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create table ct_covid_new ("Admin2" TEXT, "Province_State" TEXT, "Confirmed" INTEGER, "Deaths" INTEGER, "Recovered" INTEGER);</a:t>
            </a:r>
          </a:p>
          <a:p>
            <a:pPr marL="0" indent="0">
              <a:buNone/>
            </a:pP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insert into ct_covid_new select Admin2, Province_State, cast(Confirmed as INTEGER), cast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(Deaths as INTEGER), cast(Recovered as INTEGER) from ct_covid;</a:t>
            </a:r>
          </a:p>
          <a:p>
            <a:r>
              <a:rPr lang="en-US"/>
              <a:t>Now queries expecting these columns to be numeric should work.</a:t>
            </a:r>
          </a:p>
          <a:p>
            <a:r>
              <a:rPr lang="en-US"/>
              <a:t>Then can replace old table with new: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drop table ct_covid;</a:t>
            </a: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alter table ct_covid_new RENAME to ct_covid;</a:t>
            </a:r>
          </a:p>
        </p:txBody>
      </p:sp>
    </p:spTree>
    <p:extLst>
      <p:ext uri="{BB962C8B-B14F-4D97-AF65-F5344CB8AC3E}">
        <p14:creationId xmlns:p14="http://schemas.microsoft.com/office/powerpoint/2010/main" val="258055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100E-421B-08CC-B2EE-48C50308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1C386-F4D5-1BD4-33F7-03B6C434C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 the table first: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create table ct_covid ("Admin2" TEXT, "Province_State" TEXT, "Confirmed" INTEGER, "Deaths" INTEGER, "Recovered" INTEGER);</a:t>
            </a:r>
          </a:p>
          <a:p>
            <a:endParaRPr lang="en-US"/>
          </a:p>
          <a:p>
            <a:r>
              <a:rPr lang="en-US"/>
              <a:t>Then import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.mode csv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.import ct5.csv ct_covid</a:t>
            </a:r>
          </a:p>
        </p:txBody>
      </p:sp>
    </p:spTree>
    <p:extLst>
      <p:ext uri="{BB962C8B-B14F-4D97-AF65-F5344CB8AC3E}">
        <p14:creationId xmlns:p14="http://schemas.microsoft.com/office/powerpoint/2010/main" val="362049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recast a feature in a table in sqlite3</vt:lpstr>
      <vt:lpstr>alternatively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1</cp:revision>
  <dcterms:created xsi:type="dcterms:W3CDTF">2026-02-12T19:44:33Z</dcterms:created>
  <dcterms:modified xsi:type="dcterms:W3CDTF">2026-02-12T19:54:52Z</dcterms:modified>
</cp:coreProperties>
</file>