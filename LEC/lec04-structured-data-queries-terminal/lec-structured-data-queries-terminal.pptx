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65" r:id="rId5"/>
    <p:sldId id="280" r:id="rId6"/>
    <p:sldId id="279" r:id="rId7"/>
    <p:sldId id="281" r:id="rId8"/>
    <p:sldId id="282" r:id="rId9"/>
    <p:sldId id="283" r:id="rId10"/>
    <p:sldId id="286" r:id="rId11"/>
    <p:sldId id="287" r:id="rId12"/>
    <p:sldId id="260" r:id="rId13"/>
    <p:sldId id="284" r:id="rId14"/>
    <p:sldId id="257" r:id="rId15"/>
    <p:sldId id="268" r:id="rId16"/>
    <p:sldId id="269" r:id="rId17"/>
    <p:sldId id="272" r:id="rId18"/>
    <p:sldId id="270" r:id="rId19"/>
    <p:sldId id="288" r:id="rId20"/>
    <p:sldId id="289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351" autoAdjust="0"/>
  </p:normalViewPr>
  <p:slideViewPr>
    <p:cSldViewPr snapToGrid="0">
      <p:cViewPr varScale="1">
        <p:scale>
          <a:sx n="48" d="100"/>
          <a:sy n="48" d="100"/>
        </p:scale>
        <p:origin x="53" y="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FDDA6EB0-4FD6-4516-ACA5-A4CAC6441DA7}"/>
    <pc:docChg chg="undo redo custSel addSld delSld modSld sldOrd">
      <pc:chgData name="Frommer, Ian Dr. (EDU)" userId="28ca3ff0-544f-450a-928b-99e19cf49b89" providerId="ADAL" clId="{FDDA6EB0-4FD6-4516-ACA5-A4CAC6441DA7}" dt="2026-02-11T16:18:19.736" v="9303" actId="1035"/>
      <pc:docMkLst>
        <pc:docMk/>
      </pc:docMkLst>
      <pc:sldChg chg="addSp delSp modSp new mod">
        <pc:chgData name="Frommer, Ian Dr. (EDU)" userId="28ca3ff0-544f-450a-928b-99e19cf49b89" providerId="ADAL" clId="{FDDA6EB0-4FD6-4516-ACA5-A4CAC6441DA7}" dt="2026-02-03T04:04:12.656" v="666" actId="1035"/>
        <pc:sldMkLst>
          <pc:docMk/>
          <pc:sldMk cId="2748088551" sldId="256"/>
        </pc:sldMkLst>
        <pc:spChg chg="add del mod">
          <ac:chgData name="Frommer, Ian Dr. (EDU)" userId="28ca3ff0-544f-450a-928b-99e19cf49b89" providerId="ADAL" clId="{FDDA6EB0-4FD6-4516-ACA5-A4CAC6441DA7}" dt="2026-02-03T04:04:12.656" v="666" actId="1035"/>
          <ac:spMkLst>
            <pc:docMk/>
            <pc:sldMk cId="2748088551" sldId="256"/>
            <ac:spMk id="2" creationId="{CB75BEAD-B1E3-28B9-2DBE-1E1D6F4CFAAC}"/>
          </ac:spMkLst>
        </pc:spChg>
      </pc:sldChg>
      <pc:sldChg chg="modSp new mod ord">
        <pc:chgData name="Frommer, Ian Dr. (EDU)" userId="28ca3ff0-544f-450a-928b-99e19cf49b89" providerId="ADAL" clId="{FDDA6EB0-4FD6-4516-ACA5-A4CAC6441DA7}" dt="2026-02-04T17:11:40.547" v="7504" actId="5793"/>
        <pc:sldMkLst>
          <pc:docMk/>
          <pc:sldMk cId="3059823852" sldId="257"/>
        </pc:sldMkLst>
        <pc:spChg chg="mod">
          <ac:chgData name="Frommer, Ian Dr. (EDU)" userId="28ca3ff0-544f-450a-928b-99e19cf49b89" providerId="ADAL" clId="{FDDA6EB0-4FD6-4516-ACA5-A4CAC6441DA7}" dt="2026-02-02T21:07:20.365" v="12" actId="20577"/>
          <ac:spMkLst>
            <pc:docMk/>
            <pc:sldMk cId="3059823852" sldId="257"/>
            <ac:spMk id="2" creationId="{377CED50-2319-67EB-EC4A-7B84F72F1914}"/>
          </ac:spMkLst>
        </pc:spChg>
        <pc:spChg chg="mod">
          <ac:chgData name="Frommer, Ian Dr. (EDU)" userId="28ca3ff0-544f-450a-928b-99e19cf49b89" providerId="ADAL" clId="{FDDA6EB0-4FD6-4516-ACA5-A4CAC6441DA7}" dt="2026-02-04T17:11:40.547" v="7504" actId="5793"/>
          <ac:spMkLst>
            <pc:docMk/>
            <pc:sldMk cId="3059823852" sldId="257"/>
            <ac:spMk id="3" creationId="{43162012-E8F4-6BB2-ACCF-393A0A17CA92}"/>
          </ac:spMkLst>
        </pc:spChg>
      </pc:sldChg>
      <pc:sldChg chg="modSp new mod ord modAnim">
        <pc:chgData name="Frommer, Ian Dr. (EDU)" userId="28ca3ff0-544f-450a-928b-99e19cf49b89" providerId="ADAL" clId="{FDDA6EB0-4FD6-4516-ACA5-A4CAC6441DA7}" dt="2026-02-04T13:03:05.628" v="2776" actId="114"/>
        <pc:sldMkLst>
          <pc:docMk/>
          <pc:sldMk cId="389119562" sldId="258"/>
        </pc:sldMkLst>
        <pc:spChg chg="mod">
          <ac:chgData name="Frommer, Ian Dr. (EDU)" userId="28ca3ff0-544f-450a-928b-99e19cf49b89" providerId="ADAL" clId="{FDDA6EB0-4FD6-4516-ACA5-A4CAC6441DA7}" dt="2026-02-02T21:31:02.487" v="23" actId="20577"/>
          <ac:spMkLst>
            <pc:docMk/>
            <pc:sldMk cId="389119562" sldId="258"/>
            <ac:spMk id="2" creationId="{CF8B131F-9007-F7E8-C6C5-B8D5A88F50E9}"/>
          </ac:spMkLst>
        </pc:spChg>
        <pc:spChg chg="mod">
          <ac:chgData name="Frommer, Ian Dr. (EDU)" userId="28ca3ff0-544f-450a-928b-99e19cf49b89" providerId="ADAL" clId="{FDDA6EB0-4FD6-4516-ACA5-A4CAC6441DA7}" dt="2026-02-04T13:03:05.628" v="2776" actId="114"/>
          <ac:spMkLst>
            <pc:docMk/>
            <pc:sldMk cId="389119562" sldId="258"/>
            <ac:spMk id="3" creationId="{FDD6988F-3A2D-B932-4331-A3B62E2D269B}"/>
          </ac:spMkLst>
        </pc:spChg>
      </pc:sldChg>
      <pc:sldChg chg="modSp new mod modAnim">
        <pc:chgData name="Frommer, Ian Dr. (EDU)" userId="28ca3ff0-544f-450a-928b-99e19cf49b89" providerId="ADAL" clId="{FDDA6EB0-4FD6-4516-ACA5-A4CAC6441DA7}" dt="2026-02-04T13:04:03.726" v="2790" actId="2711"/>
        <pc:sldMkLst>
          <pc:docMk/>
          <pc:sldMk cId="3459991534" sldId="259"/>
        </pc:sldMkLst>
        <pc:spChg chg="mod">
          <ac:chgData name="Frommer, Ian Dr. (EDU)" userId="28ca3ff0-544f-450a-928b-99e19cf49b89" providerId="ADAL" clId="{FDDA6EB0-4FD6-4516-ACA5-A4CAC6441DA7}" dt="2026-02-03T04:02:53.843" v="614" actId="20577"/>
          <ac:spMkLst>
            <pc:docMk/>
            <pc:sldMk cId="3459991534" sldId="259"/>
            <ac:spMk id="2" creationId="{8382F619-B3E6-D4FD-DF7B-023A3E31EB58}"/>
          </ac:spMkLst>
        </pc:spChg>
        <pc:spChg chg="mod">
          <ac:chgData name="Frommer, Ian Dr. (EDU)" userId="28ca3ff0-544f-450a-928b-99e19cf49b89" providerId="ADAL" clId="{FDDA6EB0-4FD6-4516-ACA5-A4CAC6441DA7}" dt="2026-02-04T13:04:03.726" v="2790" actId="2711"/>
          <ac:spMkLst>
            <pc:docMk/>
            <pc:sldMk cId="3459991534" sldId="259"/>
            <ac:spMk id="3" creationId="{D13EE5B1-D589-FC72-483E-B6B827E1AF72}"/>
          </ac:spMkLst>
        </pc:spChg>
      </pc:sldChg>
      <pc:sldChg chg="modSp new mod">
        <pc:chgData name="Frommer, Ian Dr. (EDU)" userId="28ca3ff0-544f-450a-928b-99e19cf49b89" providerId="ADAL" clId="{FDDA6EB0-4FD6-4516-ACA5-A4CAC6441DA7}" dt="2026-02-04T17:10:43.647" v="7489" actId="20577"/>
        <pc:sldMkLst>
          <pc:docMk/>
          <pc:sldMk cId="837572089" sldId="260"/>
        </pc:sldMkLst>
        <pc:spChg chg="mod">
          <ac:chgData name="Frommer, Ian Dr. (EDU)" userId="28ca3ff0-544f-450a-928b-99e19cf49b89" providerId="ADAL" clId="{FDDA6EB0-4FD6-4516-ACA5-A4CAC6441DA7}" dt="2026-02-04T13:40:52.070" v="4018" actId="2711"/>
          <ac:spMkLst>
            <pc:docMk/>
            <pc:sldMk cId="837572089" sldId="260"/>
            <ac:spMk id="2" creationId="{CD248454-11B5-3C48-BF6C-C1D51A674C2B}"/>
          </ac:spMkLst>
        </pc:spChg>
        <pc:spChg chg="mod">
          <ac:chgData name="Frommer, Ian Dr. (EDU)" userId="28ca3ff0-544f-450a-928b-99e19cf49b89" providerId="ADAL" clId="{FDDA6EB0-4FD6-4516-ACA5-A4CAC6441DA7}" dt="2026-02-04T17:10:43.647" v="7489" actId="20577"/>
          <ac:spMkLst>
            <pc:docMk/>
            <pc:sldMk cId="837572089" sldId="260"/>
            <ac:spMk id="3" creationId="{FCE5222B-EB24-9186-19B7-6C6DFA00B1ED}"/>
          </ac:spMkLst>
        </pc:spChg>
      </pc:sldChg>
      <pc:sldChg chg="addSp modSp new mod ord modAnim">
        <pc:chgData name="Frommer, Ian Dr. (EDU)" userId="28ca3ff0-544f-450a-928b-99e19cf49b89" providerId="ADAL" clId="{FDDA6EB0-4FD6-4516-ACA5-A4CAC6441DA7}" dt="2026-02-04T13:18:34.144" v="3411" actId="1036"/>
        <pc:sldMkLst>
          <pc:docMk/>
          <pc:sldMk cId="1662745922" sldId="265"/>
        </pc:sldMkLst>
        <pc:spChg chg="mod">
          <ac:chgData name="Frommer, Ian Dr. (EDU)" userId="28ca3ff0-544f-450a-928b-99e19cf49b89" providerId="ADAL" clId="{FDDA6EB0-4FD6-4516-ACA5-A4CAC6441DA7}" dt="2026-02-04T13:11:41.005" v="3167" actId="14100"/>
          <ac:spMkLst>
            <pc:docMk/>
            <pc:sldMk cId="1662745922" sldId="265"/>
            <ac:spMk id="2" creationId="{3112B201-B9AD-433C-C013-1791C545F870}"/>
          </ac:spMkLst>
        </pc:spChg>
        <pc:spChg chg="mod">
          <ac:chgData name="Frommer, Ian Dr. (EDU)" userId="28ca3ff0-544f-450a-928b-99e19cf49b89" providerId="ADAL" clId="{FDDA6EB0-4FD6-4516-ACA5-A4CAC6441DA7}" dt="2026-02-04T13:18:00.318" v="3395" actId="27636"/>
          <ac:spMkLst>
            <pc:docMk/>
            <pc:sldMk cId="1662745922" sldId="265"/>
            <ac:spMk id="3" creationId="{62A81551-AA2A-51E4-5F8D-F3DF8866741C}"/>
          </ac:spMkLst>
        </pc:spChg>
        <pc:spChg chg="add mod">
          <ac:chgData name="Frommer, Ian Dr. (EDU)" userId="28ca3ff0-544f-450a-928b-99e19cf49b89" providerId="ADAL" clId="{FDDA6EB0-4FD6-4516-ACA5-A4CAC6441DA7}" dt="2026-02-04T13:18:34.144" v="3411" actId="1036"/>
          <ac:spMkLst>
            <pc:docMk/>
            <pc:sldMk cId="1662745922" sldId="265"/>
            <ac:spMk id="4" creationId="{47D55C77-9A7C-B14B-B812-8001570D0B95}"/>
          </ac:spMkLst>
        </pc:spChg>
      </pc:sldChg>
      <pc:sldChg chg="modSp new mod modAnim modNotesTx">
        <pc:chgData name="Frommer, Ian Dr. (EDU)" userId="28ca3ff0-544f-450a-928b-99e19cf49b89" providerId="ADAL" clId="{FDDA6EB0-4FD6-4516-ACA5-A4CAC6441DA7}" dt="2026-02-04T17:59:43.435" v="9137" actId="20577"/>
        <pc:sldMkLst>
          <pc:docMk/>
          <pc:sldMk cId="1093036270" sldId="268"/>
        </pc:sldMkLst>
        <pc:spChg chg="mod">
          <ac:chgData name="Frommer, Ian Dr. (EDU)" userId="28ca3ff0-544f-450a-928b-99e19cf49b89" providerId="ADAL" clId="{FDDA6EB0-4FD6-4516-ACA5-A4CAC6441DA7}" dt="2026-02-03T20:03:50.356" v="773" actId="20577"/>
          <ac:spMkLst>
            <pc:docMk/>
            <pc:sldMk cId="1093036270" sldId="268"/>
            <ac:spMk id="2" creationId="{9C211E63-9848-8405-9663-C6F39EB3E460}"/>
          </ac:spMkLst>
        </pc:spChg>
        <pc:spChg chg="mod">
          <ac:chgData name="Frommer, Ian Dr. (EDU)" userId="28ca3ff0-544f-450a-928b-99e19cf49b89" providerId="ADAL" clId="{FDDA6EB0-4FD6-4516-ACA5-A4CAC6441DA7}" dt="2026-02-04T17:59:43.435" v="9137" actId="20577"/>
          <ac:spMkLst>
            <pc:docMk/>
            <pc:sldMk cId="1093036270" sldId="268"/>
            <ac:spMk id="3" creationId="{3BF8604C-01D3-5FFA-1EBB-A5810A7A9D1C}"/>
          </ac:spMkLst>
        </pc:spChg>
      </pc:sldChg>
      <pc:sldChg chg="modSp new mod modAnim">
        <pc:chgData name="Frommer, Ian Dr. (EDU)" userId="28ca3ff0-544f-450a-928b-99e19cf49b89" providerId="ADAL" clId="{FDDA6EB0-4FD6-4516-ACA5-A4CAC6441DA7}" dt="2026-02-04T18:01:17.349" v="9144"/>
        <pc:sldMkLst>
          <pc:docMk/>
          <pc:sldMk cId="3692373091" sldId="269"/>
        </pc:sldMkLst>
        <pc:spChg chg="mod">
          <ac:chgData name="Frommer, Ian Dr. (EDU)" userId="28ca3ff0-544f-450a-928b-99e19cf49b89" providerId="ADAL" clId="{FDDA6EB0-4FD6-4516-ACA5-A4CAC6441DA7}" dt="2026-02-03T20:16:43.405" v="1597" actId="20577"/>
          <ac:spMkLst>
            <pc:docMk/>
            <pc:sldMk cId="3692373091" sldId="269"/>
            <ac:spMk id="2" creationId="{316FCFFC-E1AE-9013-4C6B-378091B8D91D}"/>
          </ac:spMkLst>
        </pc:spChg>
        <pc:spChg chg="mod">
          <ac:chgData name="Frommer, Ian Dr. (EDU)" userId="28ca3ff0-544f-450a-928b-99e19cf49b89" providerId="ADAL" clId="{FDDA6EB0-4FD6-4516-ACA5-A4CAC6441DA7}" dt="2026-02-04T17:24:26.032" v="7902" actId="2711"/>
          <ac:spMkLst>
            <pc:docMk/>
            <pc:sldMk cId="3692373091" sldId="269"/>
            <ac:spMk id="3" creationId="{5738DD40-C07F-6161-A588-0EA14F00EF59}"/>
          </ac:spMkLst>
        </pc:spChg>
      </pc:sldChg>
      <pc:sldChg chg="modSp new mod ord">
        <pc:chgData name="Frommer, Ian Dr. (EDU)" userId="28ca3ff0-544f-450a-928b-99e19cf49b89" providerId="ADAL" clId="{FDDA6EB0-4FD6-4516-ACA5-A4CAC6441DA7}" dt="2026-02-04T18:02:59.248" v="9197" actId="404"/>
        <pc:sldMkLst>
          <pc:docMk/>
          <pc:sldMk cId="3896305113" sldId="270"/>
        </pc:sldMkLst>
        <pc:spChg chg="mod">
          <ac:chgData name="Frommer, Ian Dr. (EDU)" userId="28ca3ff0-544f-450a-928b-99e19cf49b89" providerId="ADAL" clId="{FDDA6EB0-4FD6-4516-ACA5-A4CAC6441DA7}" dt="2026-02-04T18:02:59.248" v="9197" actId="404"/>
          <ac:spMkLst>
            <pc:docMk/>
            <pc:sldMk cId="3896305113" sldId="270"/>
            <ac:spMk id="2" creationId="{DB71D3D8-D0D0-61E2-1390-D06D8C068ED9}"/>
          </ac:spMkLst>
        </pc:spChg>
        <pc:spChg chg="mod">
          <ac:chgData name="Frommer, Ian Dr. (EDU)" userId="28ca3ff0-544f-450a-928b-99e19cf49b89" providerId="ADAL" clId="{FDDA6EB0-4FD6-4516-ACA5-A4CAC6441DA7}" dt="2026-02-04T17:47:12.891" v="8535" actId="14100"/>
          <ac:spMkLst>
            <pc:docMk/>
            <pc:sldMk cId="3896305113" sldId="270"/>
            <ac:spMk id="3" creationId="{7B3ED351-75EF-F3CF-42B6-80695B210FDD}"/>
          </ac:spMkLst>
        </pc:spChg>
      </pc:sldChg>
      <pc:sldChg chg="modSp new mod">
        <pc:chgData name="Frommer, Ian Dr. (EDU)" userId="28ca3ff0-544f-450a-928b-99e19cf49b89" providerId="ADAL" clId="{FDDA6EB0-4FD6-4516-ACA5-A4CAC6441DA7}" dt="2026-02-04T18:11:28.317" v="9281" actId="20577"/>
        <pc:sldMkLst>
          <pc:docMk/>
          <pc:sldMk cId="1199310157" sldId="272"/>
        </pc:sldMkLst>
        <pc:spChg chg="mod">
          <ac:chgData name="Frommer, Ian Dr. (EDU)" userId="28ca3ff0-544f-450a-928b-99e19cf49b89" providerId="ADAL" clId="{FDDA6EB0-4FD6-4516-ACA5-A4CAC6441DA7}" dt="2026-02-04T17:43:02.771" v="8293" actId="20577"/>
          <ac:spMkLst>
            <pc:docMk/>
            <pc:sldMk cId="1199310157" sldId="272"/>
            <ac:spMk id="2" creationId="{9D6FDBBB-DFDF-71D1-E9F1-6CBC3BD6D112}"/>
          </ac:spMkLst>
        </pc:spChg>
        <pc:spChg chg="mod">
          <ac:chgData name="Frommer, Ian Dr. (EDU)" userId="28ca3ff0-544f-450a-928b-99e19cf49b89" providerId="ADAL" clId="{FDDA6EB0-4FD6-4516-ACA5-A4CAC6441DA7}" dt="2026-02-04T18:11:28.317" v="9281" actId="20577"/>
          <ac:spMkLst>
            <pc:docMk/>
            <pc:sldMk cId="1199310157" sldId="272"/>
            <ac:spMk id="3" creationId="{24E946F3-2D39-01FA-D580-C9E313696A46}"/>
          </ac:spMkLst>
        </pc:spChg>
      </pc:sldChg>
      <pc:sldChg chg="modSp new mod">
        <pc:chgData name="Frommer, Ian Dr. (EDU)" userId="28ca3ff0-544f-450a-928b-99e19cf49b89" providerId="ADAL" clId="{FDDA6EB0-4FD6-4516-ACA5-A4CAC6441DA7}" dt="2026-02-04T18:12:29.164" v="9301" actId="115"/>
        <pc:sldMkLst>
          <pc:docMk/>
          <pc:sldMk cId="75432030" sldId="275"/>
        </pc:sldMkLst>
        <pc:spChg chg="mod">
          <ac:chgData name="Frommer, Ian Dr. (EDU)" userId="28ca3ff0-544f-450a-928b-99e19cf49b89" providerId="ADAL" clId="{FDDA6EB0-4FD6-4516-ACA5-A4CAC6441DA7}" dt="2026-02-03T21:38:07.839" v="2267" actId="20577"/>
          <ac:spMkLst>
            <pc:docMk/>
            <pc:sldMk cId="75432030" sldId="275"/>
            <ac:spMk id="2" creationId="{F59F2D50-42C7-9E80-D99C-31EC74C289A4}"/>
          </ac:spMkLst>
        </pc:spChg>
        <pc:spChg chg="mod">
          <ac:chgData name="Frommer, Ian Dr. (EDU)" userId="28ca3ff0-544f-450a-928b-99e19cf49b89" providerId="ADAL" clId="{FDDA6EB0-4FD6-4516-ACA5-A4CAC6441DA7}" dt="2026-02-04T18:12:29.164" v="9301" actId="115"/>
          <ac:spMkLst>
            <pc:docMk/>
            <pc:sldMk cId="75432030" sldId="275"/>
            <ac:spMk id="3" creationId="{ADB60CB3-D6B3-5099-E9C0-60BC41182B8E}"/>
          </ac:spMkLst>
        </pc:spChg>
      </pc:sldChg>
      <pc:sldChg chg="modSp new mod ord modAnim">
        <pc:chgData name="Frommer, Ian Dr. (EDU)" userId="28ca3ff0-544f-450a-928b-99e19cf49b89" providerId="ADAL" clId="{FDDA6EB0-4FD6-4516-ACA5-A4CAC6441DA7}" dt="2026-02-04T14:22:11.696" v="4842" actId="20577"/>
        <pc:sldMkLst>
          <pc:docMk/>
          <pc:sldMk cId="4108905279" sldId="279"/>
        </pc:sldMkLst>
        <pc:spChg chg="mod">
          <ac:chgData name="Frommer, Ian Dr. (EDU)" userId="28ca3ff0-544f-450a-928b-99e19cf49b89" providerId="ADAL" clId="{FDDA6EB0-4FD6-4516-ACA5-A4CAC6441DA7}" dt="2026-02-04T14:19:46.698" v="4774" actId="20577"/>
          <ac:spMkLst>
            <pc:docMk/>
            <pc:sldMk cId="4108905279" sldId="279"/>
            <ac:spMk id="2" creationId="{6B22A2E7-D423-4D0F-D9D0-C88C7D3D5ACB}"/>
          </ac:spMkLst>
        </pc:spChg>
        <pc:spChg chg="mod">
          <ac:chgData name="Frommer, Ian Dr. (EDU)" userId="28ca3ff0-544f-450a-928b-99e19cf49b89" providerId="ADAL" clId="{FDDA6EB0-4FD6-4516-ACA5-A4CAC6441DA7}" dt="2026-02-04T14:22:11.696" v="4842" actId="20577"/>
          <ac:spMkLst>
            <pc:docMk/>
            <pc:sldMk cId="4108905279" sldId="279"/>
            <ac:spMk id="3" creationId="{FB6E29EC-5C47-31FD-3C3B-A80171180A18}"/>
          </ac:spMkLst>
        </pc:spChg>
      </pc:sldChg>
      <pc:sldChg chg="modSp new mod modAnim">
        <pc:chgData name="Frommer, Ian Dr. (EDU)" userId="28ca3ff0-544f-450a-928b-99e19cf49b89" providerId="ADAL" clId="{FDDA6EB0-4FD6-4516-ACA5-A4CAC6441DA7}" dt="2026-02-04T13:39:36.620" v="3997"/>
        <pc:sldMkLst>
          <pc:docMk/>
          <pc:sldMk cId="3056222441" sldId="280"/>
        </pc:sldMkLst>
        <pc:spChg chg="mod">
          <ac:chgData name="Frommer, Ian Dr. (EDU)" userId="28ca3ff0-544f-450a-928b-99e19cf49b89" providerId="ADAL" clId="{FDDA6EB0-4FD6-4516-ACA5-A4CAC6441DA7}" dt="2026-02-04T13:36:55.429" v="3987" actId="20577"/>
          <ac:spMkLst>
            <pc:docMk/>
            <pc:sldMk cId="3056222441" sldId="280"/>
            <ac:spMk id="2" creationId="{1111BF96-B17F-B39F-01DB-63DA748F5743}"/>
          </ac:spMkLst>
        </pc:spChg>
        <pc:spChg chg="mod">
          <ac:chgData name="Frommer, Ian Dr. (EDU)" userId="28ca3ff0-544f-450a-928b-99e19cf49b89" providerId="ADAL" clId="{FDDA6EB0-4FD6-4516-ACA5-A4CAC6441DA7}" dt="2026-02-04T13:37:14.803" v="3994" actId="20577"/>
          <ac:spMkLst>
            <pc:docMk/>
            <pc:sldMk cId="3056222441" sldId="280"/>
            <ac:spMk id="3" creationId="{59E6F544-FF3A-F1A9-2727-E54F296D6B84}"/>
          </ac:spMkLst>
        </pc:spChg>
      </pc:sldChg>
      <pc:sldChg chg="addSp modSp new mod modAnim">
        <pc:chgData name="Frommer, Ian Dr. (EDU)" userId="28ca3ff0-544f-450a-928b-99e19cf49b89" providerId="ADAL" clId="{FDDA6EB0-4FD6-4516-ACA5-A4CAC6441DA7}" dt="2026-02-04T14:41:52.054" v="5391" actId="6549"/>
        <pc:sldMkLst>
          <pc:docMk/>
          <pc:sldMk cId="2188641502" sldId="281"/>
        </pc:sldMkLst>
        <pc:spChg chg="mod">
          <ac:chgData name="Frommer, Ian Dr. (EDU)" userId="28ca3ff0-544f-450a-928b-99e19cf49b89" providerId="ADAL" clId="{FDDA6EB0-4FD6-4516-ACA5-A4CAC6441DA7}" dt="2026-02-04T14:41:52.054" v="5391" actId="6549"/>
          <ac:spMkLst>
            <pc:docMk/>
            <pc:sldMk cId="2188641502" sldId="281"/>
            <ac:spMk id="2" creationId="{5BAB8FB1-5610-0914-FE0D-AAC1CF0E77F6}"/>
          </ac:spMkLst>
        </pc:spChg>
        <pc:spChg chg="mod">
          <ac:chgData name="Frommer, Ian Dr. (EDU)" userId="28ca3ff0-544f-450a-928b-99e19cf49b89" providerId="ADAL" clId="{FDDA6EB0-4FD6-4516-ACA5-A4CAC6441DA7}" dt="2026-02-04T14:38:04.595" v="5358" actId="27636"/>
          <ac:spMkLst>
            <pc:docMk/>
            <pc:sldMk cId="2188641502" sldId="281"/>
            <ac:spMk id="3" creationId="{DCBADE2D-D392-5221-2852-9F3B1518FBD1}"/>
          </ac:spMkLst>
        </pc:spChg>
        <pc:spChg chg="add mod">
          <ac:chgData name="Frommer, Ian Dr. (EDU)" userId="28ca3ff0-544f-450a-928b-99e19cf49b89" providerId="ADAL" clId="{FDDA6EB0-4FD6-4516-ACA5-A4CAC6441DA7}" dt="2026-02-04T14:40:22.414" v="5389" actId="1076"/>
          <ac:spMkLst>
            <pc:docMk/>
            <pc:sldMk cId="2188641502" sldId="281"/>
            <ac:spMk id="4" creationId="{DE615674-7F51-27F7-8BCF-FCB2AEC3BAD2}"/>
          </ac:spMkLst>
        </pc:spChg>
      </pc:sldChg>
      <pc:sldChg chg="modSp new mod">
        <pc:chgData name="Frommer, Ian Dr. (EDU)" userId="28ca3ff0-544f-450a-928b-99e19cf49b89" providerId="ADAL" clId="{FDDA6EB0-4FD6-4516-ACA5-A4CAC6441DA7}" dt="2026-02-04T16:54:19.944" v="6698" actId="20577"/>
        <pc:sldMkLst>
          <pc:docMk/>
          <pc:sldMk cId="2020944463" sldId="282"/>
        </pc:sldMkLst>
        <pc:spChg chg="mod">
          <ac:chgData name="Frommer, Ian Dr. (EDU)" userId="28ca3ff0-544f-450a-928b-99e19cf49b89" providerId="ADAL" clId="{FDDA6EB0-4FD6-4516-ACA5-A4CAC6441DA7}" dt="2026-02-04T14:43:55.164" v="5447" actId="6549"/>
          <ac:spMkLst>
            <pc:docMk/>
            <pc:sldMk cId="2020944463" sldId="282"/>
            <ac:spMk id="2" creationId="{C2D91CDD-B321-AAD3-24F3-E9C953B5339A}"/>
          </ac:spMkLst>
        </pc:spChg>
        <pc:spChg chg="mod">
          <ac:chgData name="Frommer, Ian Dr. (EDU)" userId="28ca3ff0-544f-450a-928b-99e19cf49b89" providerId="ADAL" clId="{FDDA6EB0-4FD6-4516-ACA5-A4CAC6441DA7}" dt="2026-02-04T16:54:19.944" v="6698" actId="20577"/>
          <ac:spMkLst>
            <pc:docMk/>
            <pc:sldMk cId="2020944463" sldId="282"/>
            <ac:spMk id="3" creationId="{1EB367FC-F6E7-AB64-9C99-C3DE1DEA83DA}"/>
          </ac:spMkLst>
        </pc:spChg>
      </pc:sldChg>
      <pc:sldChg chg="modSp new mod modAnim">
        <pc:chgData name="Frommer, Ian Dr. (EDU)" userId="28ca3ff0-544f-450a-928b-99e19cf49b89" providerId="ADAL" clId="{FDDA6EB0-4FD6-4516-ACA5-A4CAC6441DA7}" dt="2026-02-04T16:59:50.848" v="7045" actId="6549"/>
        <pc:sldMkLst>
          <pc:docMk/>
          <pc:sldMk cId="2865427235" sldId="283"/>
        </pc:sldMkLst>
        <pc:spChg chg="mod">
          <ac:chgData name="Frommer, Ian Dr. (EDU)" userId="28ca3ff0-544f-450a-928b-99e19cf49b89" providerId="ADAL" clId="{FDDA6EB0-4FD6-4516-ACA5-A4CAC6441DA7}" dt="2026-02-04T16:59:50.848" v="7045" actId="6549"/>
          <ac:spMkLst>
            <pc:docMk/>
            <pc:sldMk cId="2865427235" sldId="283"/>
            <ac:spMk id="2" creationId="{383CA1C4-F41D-2ACD-5117-A61F5D31261B}"/>
          </ac:spMkLst>
        </pc:spChg>
        <pc:spChg chg="mod">
          <ac:chgData name="Frommer, Ian Dr. (EDU)" userId="28ca3ff0-544f-450a-928b-99e19cf49b89" providerId="ADAL" clId="{FDDA6EB0-4FD6-4516-ACA5-A4CAC6441DA7}" dt="2026-02-04T16:59:15.923" v="7037" actId="404"/>
          <ac:spMkLst>
            <pc:docMk/>
            <pc:sldMk cId="2865427235" sldId="283"/>
            <ac:spMk id="3" creationId="{5844F4B3-B744-9FB0-9329-8266756619B1}"/>
          </ac:spMkLst>
        </pc:spChg>
      </pc:sldChg>
      <pc:sldChg chg="modSp new mod">
        <pc:chgData name="Frommer, Ian Dr. (EDU)" userId="28ca3ff0-544f-450a-928b-99e19cf49b89" providerId="ADAL" clId="{FDDA6EB0-4FD6-4516-ACA5-A4CAC6441DA7}" dt="2026-02-04T17:11:29.933" v="7502" actId="2711"/>
        <pc:sldMkLst>
          <pc:docMk/>
          <pc:sldMk cId="567868909" sldId="284"/>
        </pc:sldMkLst>
        <pc:spChg chg="mod">
          <ac:chgData name="Frommer, Ian Dr. (EDU)" userId="28ca3ff0-544f-450a-928b-99e19cf49b89" providerId="ADAL" clId="{FDDA6EB0-4FD6-4516-ACA5-A4CAC6441DA7}" dt="2026-02-04T13:46:07.143" v="4137" actId="20577"/>
          <ac:spMkLst>
            <pc:docMk/>
            <pc:sldMk cId="567868909" sldId="284"/>
            <ac:spMk id="2" creationId="{BBBF0198-939F-09F1-5362-DE5F2B7D121E}"/>
          </ac:spMkLst>
        </pc:spChg>
        <pc:spChg chg="mod">
          <ac:chgData name="Frommer, Ian Dr. (EDU)" userId="28ca3ff0-544f-450a-928b-99e19cf49b89" providerId="ADAL" clId="{FDDA6EB0-4FD6-4516-ACA5-A4CAC6441DA7}" dt="2026-02-04T17:11:29.933" v="7502" actId="2711"/>
          <ac:spMkLst>
            <pc:docMk/>
            <pc:sldMk cId="567868909" sldId="284"/>
            <ac:spMk id="3" creationId="{ED1DC550-7662-BC02-C882-2B4F6BB12E65}"/>
          </ac:spMkLst>
        </pc:spChg>
      </pc:sldChg>
      <pc:sldChg chg="modSp add mod modAnim modNotesTx">
        <pc:chgData name="Frommer, Ian Dr. (EDU)" userId="28ca3ff0-544f-450a-928b-99e19cf49b89" providerId="ADAL" clId="{FDDA6EB0-4FD6-4516-ACA5-A4CAC6441DA7}" dt="2026-02-04T17:04:24.938" v="7235"/>
        <pc:sldMkLst>
          <pc:docMk/>
          <pc:sldMk cId="524739298" sldId="286"/>
        </pc:sldMkLst>
        <pc:spChg chg="mod">
          <ac:chgData name="Frommer, Ian Dr. (EDU)" userId="28ca3ff0-544f-450a-928b-99e19cf49b89" providerId="ADAL" clId="{FDDA6EB0-4FD6-4516-ACA5-A4CAC6441DA7}" dt="2026-02-04T17:03:08.364" v="7197" actId="1036"/>
          <ac:spMkLst>
            <pc:docMk/>
            <pc:sldMk cId="524739298" sldId="286"/>
            <ac:spMk id="2" creationId="{FAA4F6EF-D3D6-5D32-8A0C-A1BC27EBA677}"/>
          </ac:spMkLst>
        </pc:spChg>
        <pc:spChg chg="mod">
          <ac:chgData name="Frommer, Ian Dr. (EDU)" userId="28ca3ff0-544f-450a-928b-99e19cf49b89" providerId="ADAL" clId="{FDDA6EB0-4FD6-4516-ACA5-A4CAC6441DA7}" dt="2026-02-04T17:04:20.105" v="7234" actId="2711"/>
          <ac:spMkLst>
            <pc:docMk/>
            <pc:sldMk cId="524739298" sldId="286"/>
            <ac:spMk id="3" creationId="{F75B6136-C6DE-F81A-7811-7E5BA9AEDF6C}"/>
          </ac:spMkLst>
        </pc:spChg>
      </pc:sldChg>
      <pc:sldChg chg="addSp delSp modSp new mod modAnim">
        <pc:chgData name="Frommer, Ian Dr. (EDU)" userId="28ca3ff0-544f-450a-928b-99e19cf49b89" providerId="ADAL" clId="{FDDA6EB0-4FD6-4516-ACA5-A4CAC6441DA7}" dt="2026-02-04T17:05:21.614" v="7285"/>
        <pc:sldMkLst>
          <pc:docMk/>
          <pc:sldMk cId="2983722337" sldId="287"/>
        </pc:sldMkLst>
        <pc:spChg chg="mod">
          <ac:chgData name="Frommer, Ian Dr. (EDU)" userId="28ca3ff0-544f-450a-928b-99e19cf49b89" providerId="ADAL" clId="{FDDA6EB0-4FD6-4516-ACA5-A4CAC6441DA7}" dt="2026-02-04T17:05:17.609" v="7284" actId="6549"/>
          <ac:spMkLst>
            <pc:docMk/>
            <pc:sldMk cId="2983722337" sldId="287"/>
            <ac:spMk id="3" creationId="{051716DF-17DC-3F52-75BC-AF835275A051}"/>
          </ac:spMkLst>
        </pc:spChg>
        <pc:spChg chg="add mod">
          <ac:chgData name="Frommer, Ian Dr. (EDU)" userId="28ca3ff0-544f-450a-928b-99e19cf49b89" providerId="ADAL" clId="{FDDA6EB0-4FD6-4516-ACA5-A4CAC6441DA7}" dt="2026-02-04T16:53:47.537" v="6690" actId="20577"/>
          <ac:spMkLst>
            <pc:docMk/>
            <pc:sldMk cId="2983722337" sldId="287"/>
            <ac:spMk id="7" creationId="{CA8D6153-1F42-E154-049A-5B30988F0019}"/>
          </ac:spMkLst>
        </pc:spChg>
      </pc:sldChg>
      <pc:sldChg chg="addSp delSp modSp new mod">
        <pc:chgData name="Frommer, Ian Dr. (EDU)" userId="28ca3ff0-544f-450a-928b-99e19cf49b89" providerId="ADAL" clId="{FDDA6EB0-4FD6-4516-ACA5-A4CAC6441DA7}" dt="2026-02-11T16:18:19.736" v="9303" actId="1035"/>
        <pc:sldMkLst>
          <pc:docMk/>
          <pc:sldMk cId="391718266" sldId="288"/>
        </pc:sldMkLst>
        <pc:spChg chg="mod">
          <ac:chgData name="Frommer, Ian Dr. (EDU)" userId="28ca3ff0-544f-450a-928b-99e19cf49b89" providerId="ADAL" clId="{FDDA6EB0-4FD6-4516-ACA5-A4CAC6441DA7}" dt="2026-02-04T17:45:39.653" v="8449" actId="20577"/>
          <ac:spMkLst>
            <pc:docMk/>
            <pc:sldMk cId="391718266" sldId="288"/>
            <ac:spMk id="2" creationId="{6B067910-EB4E-944E-BCD8-E61AC5AA9996}"/>
          </ac:spMkLst>
        </pc:spChg>
        <pc:spChg chg="mod">
          <ac:chgData name="Frommer, Ian Dr. (EDU)" userId="28ca3ff0-544f-450a-928b-99e19cf49b89" providerId="ADAL" clId="{FDDA6EB0-4FD6-4516-ACA5-A4CAC6441DA7}" dt="2026-02-11T16:18:19.736" v="9303" actId="1035"/>
          <ac:spMkLst>
            <pc:docMk/>
            <pc:sldMk cId="391718266" sldId="288"/>
            <ac:spMk id="3" creationId="{9D3F009A-8A0A-E9A2-DA95-46FBB20391F4}"/>
          </ac:spMkLst>
        </pc:spChg>
      </pc:sldChg>
      <pc:sldChg chg="modSp new mod">
        <pc:chgData name="Frommer, Ian Dr. (EDU)" userId="28ca3ff0-544f-450a-928b-99e19cf49b89" providerId="ADAL" clId="{FDDA6EB0-4FD6-4516-ACA5-A4CAC6441DA7}" dt="2026-02-04T17:49:48.163" v="8676" actId="404"/>
        <pc:sldMkLst>
          <pc:docMk/>
          <pc:sldMk cId="1786228367" sldId="289"/>
        </pc:sldMkLst>
        <pc:spChg chg="mod">
          <ac:chgData name="Frommer, Ian Dr. (EDU)" userId="28ca3ff0-544f-450a-928b-99e19cf49b89" providerId="ADAL" clId="{FDDA6EB0-4FD6-4516-ACA5-A4CAC6441DA7}" dt="2026-02-04T17:49:29.244" v="8670" actId="20577"/>
          <ac:spMkLst>
            <pc:docMk/>
            <pc:sldMk cId="1786228367" sldId="289"/>
            <ac:spMk id="2" creationId="{2A34854D-CC59-BF49-7CA8-DC191A4BA27A}"/>
          </ac:spMkLst>
        </pc:spChg>
        <pc:spChg chg="mod">
          <ac:chgData name="Frommer, Ian Dr. (EDU)" userId="28ca3ff0-544f-450a-928b-99e19cf49b89" providerId="ADAL" clId="{FDDA6EB0-4FD6-4516-ACA5-A4CAC6441DA7}" dt="2026-02-04T17:49:48.163" v="8676" actId="404"/>
          <ac:spMkLst>
            <pc:docMk/>
            <pc:sldMk cId="1786228367" sldId="289"/>
            <ac:spMk id="3" creationId="{0A719B7E-BF45-E9D4-BB00-54D25C9D6B12}"/>
          </ac:spMkLst>
        </pc:spChg>
      </pc:sldChg>
    </pc:docChg>
  </pc:docChgLst>
  <pc:docChgLst>
    <pc:chgData name="Frommer, Ian Dr. (EDU)" userId="S::ian.frommer@uscga.edu::28ca3ff0-544f-450a-928b-99e19cf49b89" providerId="AD" clId="Web-{4238A2A2-0B77-9D22-EA12-AE690F4302F3}"/>
    <pc:docChg chg="addSld delSld modSld">
      <pc:chgData name="Frommer, Ian Dr. (EDU)" userId="S::ian.frommer@uscga.edu::28ca3ff0-544f-450a-928b-99e19cf49b89" providerId="AD" clId="Web-{4238A2A2-0B77-9D22-EA12-AE690F4302F3}" dt="2026-02-04T01:00:47.401" v="271" actId="20577"/>
      <pc:docMkLst>
        <pc:docMk/>
      </pc:docMkLst>
      <pc:sldChg chg="addSp modSp">
        <pc:chgData name="Frommer, Ian Dr. (EDU)" userId="S::ian.frommer@uscga.edu::28ca3ff0-544f-450a-928b-99e19cf49b89" providerId="AD" clId="Web-{4238A2A2-0B77-9D22-EA12-AE690F4302F3}" dt="2026-02-04T00:15:53.681" v="35" actId="1076"/>
        <pc:sldMkLst>
          <pc:docMk/>
          <pc:sldMk cId="2748088551" sldId="256"/>
        </pc:sldMkLst>
        <pc:spChg chg="mod">
          <ac:chgData name="Frommer, Ian Dr. (EDU)" userId="S::ian.frommer@uscga.edu::28ca3ff0-544f-450a-928b-99e19cf49b89" providerId="AD" clId="Web-{4238A2A2-0B77-9D22-EA12-AE690F4302F3}" dt="2026-02-04T00:15:21.914" v="25" actId="1076"/>
          <ac:spMkLst>
            <pc:docMk/>
            <pc:sldMk cId="2748088551" sldId="256"/>
            <ac:spMk id="2" creationId="{CB75BEAD-B1E3-28B9-2DBE-1E1D6F4CFAAC}"/>
          </ac:spMkLst>
        </pc:spChg>
        <pc:spChg chg="add mod">
          <ac:chgData name="Frommer, Ian Dr. (EDU)" userId="S::ian.frommer@uscga.edu::28ca3ff0-544f-450a-928b-99e19cf49b89" providerId="AD" clId="Web-{4238A2A2-0B77-9D22-EA12-AE690F4302F3}" dt="2026-02-04T00:15:53.681" v="35" actId="1076"/>
          <ac:spMkLst>
            <pc:docMk/>
            <pc:sldMk cId="2748088551" sldId="256"/>
            <ac:spMk id="3" creationId="{41ABA4F7-D79B-94D5-6B7C-A5F4472B7F8B}"/>
          </ac:spMkLst>
        </pc:spChg>
      </pc:sldChg>
      <pc:sldChg chg="modSp">
        <pc:chgData name="Frommer, Ian Dr. (EDU)" userId="S::ian.frommer@uscga.edu::28ca3ff0-544f-450a-928b-99e19cf49b89" providerId="AD" clId="Web-{4238A2A2-0B77-9D22-EA12-AE690F4302F3}" dt="2026-02-04T00:20:01.952" v="129" actId="14100"/>
        <pc:sldMkLst>
          <pc:docMk/>
          <pc:sldMk cId="389119562" sldId="258"/>
        </pc:sldMkLst>
        <pc:spChg chg="mod">
          <ac:chgData name="Frommer, Ian Dr. (EDU)" userId="S::ian.frommer@uscga.edu::28ca3ff0-544f-450a-928b-99e19cf49b89" providerId="AD" clId="Web-{4238A2A2-0B77-9D22-EA12-AE690F4302F3}" dt="2026-02-04T00:19:54.686" v="128" actId="20577"/>
          <ac:spMkLst>
            <pc:docMk/>
            <pc:sldMk cId="389119562" sldId="258"/>
            <ac:spMk id="2" creationId="{CF8B131F-9007-F7E8-C6C5-B8D5A88F50E9}"/>
          </ac:spMkLst>
        </pc:spChg>
        <pc:spChg chg="mod">
          <ac:chgData name="Frommer, Ian Dr. (EDU)" userId="S::ian.frommer@uscga.edu::28ca3ff0-544f-450a-928b-99e19cf49b89" providerId="AD" clId="Web-{4238A2A2-0B77-9D22-EA12-AE690F4302F3}" dt="2026-02-04T00:20:01.952" v="129" actId="14100"/>
          <ac:spMkLst>
            <pc:docMk/>
            <pc:sldMk cId="389119562" sldId="258"/>
            <ac:spMk id="3" creationId="{FDD6988F-3A2D-B932-4331-A3B62E2D269B}"/>
          </ac:spMkLst>
        </pc:spChg>
      </pc:sldChg>
      <pc:sldChg chg="modSp">
        <pc:chgData name="Frommer, Ian Dr. (EDU)" userId="S::ian.frommer@uscga.edu::28ca3ff0-544f-450a-928b-99e19cf49b89" providerId="AD" clId="Web-{4238A2A2-0B77-9D22-EA12-AE690F4302F3}" dt="2026-02-04T00:20:53.734" v="139" actId="20577"/>
        <pc:sldMkLst>
          <pc:docMk/>
          <pc:sldMk cId="3459991534" sldId="259"/>
        </pc:sldMkLst>
        <pc:spChg chg="mod">
          <ac:chgData name="Frommer, Ian Dr. (EDU)" userId="S::ian.frommer@uscga.edu::28ca3ff0-544f-450a-928b-99e19cf49b89" providerId="AD" clId="Web-{4238A2A2-0B77-9D22-EA12-AE690F4302F3}" dt="2026-02-04T00:20:35.734" v="135" actId="20577"/>
          <ac:spMkLst>
            <pc:docMk/>
            <pc:sldMk cId="3459991534" sldId="259"/>
            <ac:spMk id="2" creationId="{8382F619-B3E6-D4FD-DF7B-023A3E31EB58}"/>
          </ac:spMkLst>
        </pc:spChg>
        <pc:spChg chg="mod">
          <ac:chgData name="Frommer, Ian Dr. (EDU)" userId="S::ian.frommer@uscga.edu::28ca3ff0-544f-450a-928b-99e19cf49b89" providerId="AD" clId="Web-{4238A2A2-0B77-9D22-EA12-AE690F4302F3}" dt="2026-02-04T00:20:53.734" v="139" actId="20577"/>
          <ac:spMkLst>
            <pc:docMk/>
            <pc:sldMk cId="3459991534" sldId="259"/>
            <ac:spMk id="3" creationId="{D13EE5B1-D589-FC72-483E-B6B827E1AF72}"/>
          </ac:spMkLst>
        </pc:spChg>
      </pc:sldChg>
      <pc:sldChg chg="modSp">
        <pc:chgData name="Frommer, Ian Dr. (EDU)" userId="S::ian.frommer@uscga.edu::28ca3ff0-544f-450a-928b-99e19cf49b89" providerId="AD" clId="Web-{4238A2A2-0B77-9D22-EA12-AE690F4302F3}" dt="2026-02-04T00:33:27.059" v="236" actId="20577"/>
        <pc:sldMkLst>
          <pc:docMk/>
          <pc:sldMk cId="1662745922" sldId="265"/>
        </pc:sldMkLst>
        <pc:spChg chg="mod">
          <ac:chgData name="Frommer, Ian Dr. (EDU)" userId="S::ian.frommer@uscga.edu::28ca3ff0-544f-450a-928b-99e19cf49b89" providerId="AD" clId="Web-{4238A2A2-0B77-9D22-EA12-AE690F4302F3}" dt="2026-02-04T00:33:27.059" v="236" actId="20577"/>
          <ac:spMkLst>
            <pc:docMk/>
            <pc:sldMk cId="1662745922" sldId="265"/>
            <ac:spMk id="2" creationId="{3112B201-B9AD-433C-C013-1791C545F870}"/>
          </ac:spMkLst>
        </pc:spChg>
        <pc:spChg chg="mod">
          <ac:chgData name="Frommer, Ian Dr. (EDU)" userId="S::ian.frommer@uscga.edu::28ca3ff0-544f-450a-928b-99e19cf49b89" providerId="AD" clId="Web-{4238A2A2-0B77-9D22-EA12-AE690F4302F3}" dt="2026-02-04T00:29:59.286" v="191" actId="20577"/>
          <ac:spMkLst>
            <pc:docMk/>
            <pc:sldMk cId="1662745922" sldId="265"/>
            <ac:spMk id="3" creationId="{62A81551-AA2A-51E4-5F8D-F3DF8866741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817B2-B704-4AA9-963B-28BFAC303395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489272-10BE-42AB-81AE-F5838F741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432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cut -d',' -f3 01*01* | uniq | sort | less   (get the states or provinces)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489272-10BE-42AB-81AE-F5838F74151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891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/>
              <a:t>also:  grep US *25* &gt; US_only.csv  (but loses the header)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/>
              <a:t>more pipelining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csvcut -c state,salary data.csv | csvgrep -c state -m CA | csvsort -c salary -n -r | head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489272-10BE-42AB-81AE-F5838F74151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3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 can use csvkit to convert a csv file into a database</a:t>
            </a:r>
          </a:p>
          <a:p>
            <a:pPr marL="0" indent="0">
              <a:buNone/>
            </a:pP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	csvstat --names covid.csv</a:t>
            </a:r>
          </a:p>
          <a:p>
            <a:pPr marL="0" indent="0">
              <a:buNone/>
            </a:pPr>
            <a:r>
              <a:rPr lang="en-US" sz="1200">
                <a:latin typeface="Courier New" panose="02070309020205020404" pitchFamily="49" charset="0"/>
                <a:cs typeface="Courier New" panose="02070309020205020404" pitchFamily="49" charset="0"/>
              </a:rPr>
              <a:t>	csvsql --db sqlite:///covid.db --insert covid.csv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5489272-10BE-42AB-81AE-F5838F74151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466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9DC87-92C6-314F-CDE1-6993809F39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AC88D3-4486-DC45-E99F-23CD4EE39D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FABBDA-12F5-8343-94B8-3C7AD7DE2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2942E-FCA7-43F2-859F-88C63DD3AAB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806D9-C8CE-40C2-6B42-7A30A0D8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6565C-9F15-FAC3-4FD5-046943EC3E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4ADE-CB76-444F-AC95-FEF4BCAAD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623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7A0AE-0DDE-13E5-A631-9F7579F17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A49F9-7CA3-CE71-A4EA-C950B2E83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71EF69-3775-9135-F971-ECCAC3785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2942E-FCA7-43F2-859F-88C63DD3AAB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37DDF-91A3-EC37-39EE-C004E2D1F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818FF-AD76-14AE-EF37-080F1563E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4ADE-CB76-444F-AC95-FEF4BCAAD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5365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90CE2-E3C8-A5A6-10BB-867BF4B24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722A2-89C7-D03F-DCF1-6278EFEA3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5CDBF-3268-C1B0-460C-903EC5DB8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2942E-FCA7-43F2-859F-88C63DD3AAB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C6D47-0AB0-F7F0-DA7C-1FE26297CF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D30817-4478-EEA9-29E3-11C5F6FEC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4ADE-CB76-444F-AC95-FEF4BCAAD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418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A48B9-F206-C316-22A6-35FDA20B2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27FB0-A848-798A-D8A6-3DEC156EC5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92C1E4-9D70-ED39-2A7D-1C76555BA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AF426-D5FD-8394-B029-66E9DC2C9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2942E-FCA7-43F2-859F-88C63DD3AAB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087CB9-8080-9B34-F7A4-D5EAF77E9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A357F6-6DA8-A52C-1110-3EE1193C4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4ADE-CB76-444F-AC95-FEF4BCAAD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957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C5E8F-57A0-D972-B555-5D6DD54E2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8DDAF-1EA9-9FF7-06C0-2E48E8CDA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A69FDD-DF36-34A6-6DBF-D9305A652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8FC87B-D327-423D-07C4-77AFE48AB5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0899CC-5254-6797-4358-48F13F42C4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B7E97B-5F32-A9B5-FBF6-E8A3D5068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2942E-FCA7-43F2-859F-88C63DD3AAB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8CF4E6-22CC-3CAE-4035-E11F3F423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40F741-341C-2A5A-A8F8-C2ED8C72B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4ADE-CB76-444F-AC95-FEF4BCAAD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334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D9C4C-4518-729A-8620-7DB02E32B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A08668-B2FA-FB71-7E2C-BD4AE47B4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2942E-FCA7-43F2-859F-88C63DD3AAB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7D468F-5CF8-29E5-BEFF-6882182855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9E8F4-F305-16E4-2089-9E8774620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4ADE-CB76-444F-AC95-FEF4BCAAD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57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338D51-9E84-4CE0-FE9D-2C72099F9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2942E-FCA7-43F2-859F-88C63DD3AAB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0A1382-DF2C-1DD2-8FCC-1BAF37451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59944-0423-BC07-0145-2863191CC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4ADE-CB76-444F-AC95-FEF4BCAAD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44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7A6B0-280F-D671-AFFB-FE69DB35D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DEFE4-CDFD-1C97-EC2C-879858349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79F44A-CDF0-B616-0BDB-2E7BF7A000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BE08CF-7B6F-7803-5305-BDE4D5184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2942E-FCA7-43F2-859F-88C63DD3AAB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F0ABD-8A13-9C90-E1D4-5713A4692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EC1B3-AD1B-C3AB-3608-C62887678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4ADE-CB76-444F-AC95-FEF4BCAAD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22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FA324-F96C-82A4-43ED-C5D1ACB08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7C4951-19B1-1CBC-080E-2B3078A66D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884045-58E6-F8EA-242B-5E8266218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2C4E0-5EB7-F775-48F2-58CA3DE99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2942E-FCA7-43F2-859F-88C63DD3AAB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7D9229-5FA2-E925-EC64-52B53F672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AE85D8-D936-8C85-6BF3-0F6DBB419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4ADE-CB76-444F-AC95-FEF4BCAAD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592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A6849-415B-6E96-CCCC-AE1492D42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F5163F-20DF-F318-F65B-82A629913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D0921-5185-047E-E886-22F260D65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2942E-FCA7-43F2-859F-88C63DD3AAB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44C13-AA67-A454-CE2B-CA313EA0F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B709E-1ADE-73F4-AE5E-4BFC008F1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4ADE-CB76-444F-AC95-FEF4BCAAD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537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A24DF5-769A-E6F4-4C5A-EE01D85FB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F55DE7-22C3-DDDD-1627-D96ED7B3F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6636F-849F-E47A-A8AD-90828F2BF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2942E-FCA7-43F2-859F-88C63DD3AAB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95FD47-B707-3F73-EFFC-0B5B0A715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DA2B4-1032-F914-8FBF-3AD209340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4ADE-CB76-444F-AC95-FEF4BCAAD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6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2B0303-260D-0F96-1713-12E2F4BAD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6214FC-45C8-2C6A-550D-D484D9D38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63131-9F42-B6A0-6A10-AB712BFFA7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42942E-FCA7-43F2-859F-88C63DD3AABD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182B9-A9E4-94CE-3C57-0430C4F99E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8C5B89-2149-8369-DD24-403C6430A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3A4ADE-CB76-444F-AC95-FEF4BCAADD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075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raw.githubusercontent.com/CSSEGISandData/COVID-19/refs/heads/master/csse_covid_19_data/csse_covid_19_daily_reports/01-%5b20-25%5d-2021.csv" TargetMode="External"/><Relationship Id="rId2" Type="http://schemas.openxmlformats.org/officeDocument/2006/relationships/hyperlink" Target="https://github.com/CSSEGISandData/COVID-19/tree/master/csse_covid_19_data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source.opennews.org/articles/eleven-awesome-things-you-can-do-csvkit/" TargetMode="External"/><Relationship Id="rId2" Type="http://schemas.openxmlformats.org/officeDocument/2006/relationships/hyperlink" Target="https://csvkit.readthedocs.io/en/latest/tutorial.html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sqlite.org/cli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5BEAD-B1E3-28B9-2DBE-1E1D6F4CFA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10872"/>
            <a:ext cx="9144000" cy="2886929"/>
          </a:xfrm>
        </p:spPr>
        <p:txBody>
          <a:bodyPr>
            <a:normAutofit/>
          </a:bodyPr>
          <a:lstStyle/>
          <a:p>
            <a:r>
              <a:rPr lang="en-US"/>
              <a:t>Structued Data </a:t>
            </a:r>
            <a:br>
              <a:rPr lang="en-US"/>
            </a:br>
            <a:r>
              <a:rPr lang="en-US"/>
              <a:t>and Queries</a:t>
            </a:r>
            <a:br>
              <a:rPr lang="en-US"/>
            </a:br>
            <a:r>
              <a:rPr lang="en-US"/>
              <a:t>in the Terminal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ABA4F7-D79B-94D5-6B7C-A5F4472B7F8B}"/>
              </a:ext>
            </a:extLst>
          </p:cNvPr>
          <p:cNvSpPr txBox="1"/>
          <p:nvPr/>
        </p:nvSpPr>
        <p:spPr>
          <a:xfrm>
            <a:off x="738189" y="4631531"/>
            <a:ext cx="11703841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aseline="0" dirty="0">
                <a:latin typeface="Aptos"/>
                <a:ea typeface="Arial"/>
                <a:cs typeface="Arial"/>
              </a:rPr>
              <a:t>once data is structured, e.g., in rows and columns, we can </a:t>
            </a:r>
            <a:r>
              <a:rPr lang="en-US" sz="2400" dirty="0">
                <a:latin typeface="Aptos"/>
                <a:ea typeface="Arial"/>
                <a:cs typeface="Arial"/>
              </a:rPr>
              <a:t>begin asking</a:t>
            </a:r>
            <a:r>
              <a:rPr lang="en-US" sz="2400" baseline="0" dirty="0">
                <a:latin typeface="Aptos"/>
                <a:ea typeface="Arial"/>
                <a:cs typeface="Arial"/>
              </a:rPr>
              <a:t> questions</a:t>
            </a:r>
            <a:endParaRPr lang="en-US" sz="2400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088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B131F-9007-F7E8-C6C5-B8D5A88F5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ptos Display"/>
              </a:rPr>
              <a:t>Cleaning, Analyzing, and Converting CSV files using </a:t>
            </a:r>
            <a:r>
              <a:rPr lang="en-US" sz="3600" dirty="0" err="1">
                <a:latin typeface="Courier New"/>
                <a:cs typeface="Courier New"/>
              </a:rPr>
              <a:t>csvkit</a:t>
            </a:r>
            <a:endParaRPr lang="en-US" sz="3600" dirty="0">
              <a:latin typeface="Courier New"/>
              <a:cs typeface="Courier New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6988F-3A2D-B932-4331-A3B62E2D26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0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latin typeface="Courier New"/>
                <a:cs typeface="Courier New"/>
              </a:rPr>
              <a:t>csvkit</a:t>
            </a:r>
            <a:r>
              <a:rPr lang="en-US" dirty="0"/>
              <a:t> is set of command-line utilities </a:t>
            </a:r>
          </a:p>
          <a:p>
            <a:r>
              <a:rPr lang="en-US" dirty="0"/>
              <a:t>has a strong following among those who prefer </a:t>
            </a:r>
            <a:r>
              <a:rPr lang="en-US" b="1" dirty="0"/>
              <a:t>command-line tools</a:t>
            </a:r>
            <a:r>
              <a:rPr lang="en-US" dirty="0"/>
              <a:t> for quick and </a:t>
            </a:r>
            <a:r>
              <a:rPr lang="en-US" i="1" dirty="0"/>
              <a:t>scriptable</a:t>
            </a:r>
            <a:r>
              <a:rPr lang="en-US" dirty="0"/>
              <a:t> </a:t>
            </a:r>
            <a:r>
              <a:rPr lang="en-US"/>
              <a:t>data manipulation</a:t>
            </a:r>
            <a:endParaRPr lang="en-US" dirty="0"/>
          </a:p>
          <a:p>
            <a:r>
              <a:rPr lang="en-US" dirty="0"/>
              <a:t>not as widely used as tools like </a:t>
            </a:r>
            <a:r>
              <a:rPr lang="en-US" b="1" dirty="0"/>
              <a:t>Pandas</a:t>
            </a:r>
            <a:r>
              <a:rPr lang="en-US" dirty="0"/>
              <a:t> in Python or </a:t>
            </a:r>
            <a:r>
              <a:rPr lang="en-US" b="1" dirty="0"/>
              <a:t>Excel</a:t>
            </a:r>
            <a:endParaRPr lang="en-US" dirty="0"/>
          </a:p>
          <a:p>
            <a:r>
              <a:rPr lang="en-US" b="1" dirty="0"/>
              <a:t>install </a:t>
            </a:r>
            <a:r>
              <a:rPr lang="en-US" dirty="0"/>
              <a:t>into </a:t>
            </a:r>
            <a:r>
              <a:rPr lang="en-US" b="1" dirty="0"/>
              <a:t>Anaconda PowerShell </a:t>
            </a:r>
            <a:r>
              <a:rPr lang="en-US" dirty="0"/>
              <a:t>using Python/pip </a:t>
            </a:r>
          </a:p>
          <a:p>
            <a:pPr lvl="1"/>
            <a:r>
              <a:rPr lang="en-US" dirty="0"/>
              <a:t>see handout in repo/Admin</a:t>
            </a:r>
          </a:p>
          <a:p>
            <a:r>
              <a:rPr lang="en-US" dirty="0"/>
              <a:t>getting </a:t>
            </a:r>
            <a:r>
              <a:rPr lang="en-US" b="1" dirty="0"/>
              <a:t>help:</a:t>
            </a:r>
            <a:endParaRPr lang="en-US" dirty="0"/>
          </a:p>
          <a:p>
            <a:pPr lvl="1"/>
            <a:r>
              <a:rPr lang="en-US" dirty="0"/>
              <a:t>access command help from the terminal using </a:t>
            </a:r>
            <a:r>
              <a:rPr lang="en-US" dirty="0">
                <a:latin typeface="Courier New"/>
                <a:cs typeface="Courier New"/>
              </a:rPr>
              <a:t>--help</a:t>
            </a:r>
            <a:r>
              <a:rPr lang="en-US" dirty="0"/>
              <a:t>, </a:t>
            </a:r>
          </a:p>
          <a:p>
            <a:pPr marL="457200" lvl="1" indent="0">
              <a:buNone/>
            </a:pPr>
            <a:r>
              <a:rPr lang="en-US" dirty="0"/>
              <a:t>   e.g. </a:t>
            </a:r>
            <a:r>
              <a:rPr lang="en-US">
                <a:latin typeface="Courier New"/>
                <a:cs typeface="Courier New"/>
              </a:rPr>
              <a:t>in2csv --help     </a:t>
            </a:r>
            <a:r>
              <a:rPr lang="en-US"/>
              <a:t>or   </a:t>
            </a:r>
            <a:r>
              <a:rPr lang="en-US">
                <a:latin typeface="Courier New"/>
                <a:cs typeface="Courier New"/>
              </a:rPr>
              <a:t>csvstat --help</a:t>
            </a:r>
          </a:p>
          <a:p>
            <a:pPr lvl="1"/>
            <a:r>
              <a:rPr lang="en-US" dirty="0"/>
              <a:t>see the docs online and links at end of this PPT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19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2F619-B3E6-D4FD-DF7B-023A3E31E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Courier New"/>
                <a:cs typeface="Courier New"/>
              </a:rPr>
              <a:t>csvkit</a:t>
            </a:r>
            <a:r>
              <a:rPr lang="en-US" dirty="0">
                <a:latin typeface="Aptos Display"/>
                <a:cs typeface="Courier New"/>
              </a:rPr>
              <a:t> </a:t>
            </a:r>
            <a:r>
              <a:rPr lang="en-US" dirty="0"/>
              <a:t>– pros and cons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EE5B1-D589-FC72-483E-B6B827E1A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Why people use 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csvkit</a:t>
            </a:r>
            <a:r>
              <a:rPr lang="en-US" b="1" dirty="0"/>
              <a:t>:</a:t>
            </a:r>
            <a:endParaRPr lang="en-US"/>
          </a:p>
          <a:p>
            <a:pPr lvl="0"/>
            <a:r>
              <a:rPr lang="en-US"/>
              <a:t>can </a:t>
            </a:r>
            <a:r>
              <a:rPr lang="en-US" dirty="0"/>
              <a:t>handle large files more efficiently than some </a:t>
            </a:r>
            <a:r>
              <a:rPr lang="en-US"/>
              <a:t>GUI-based tools</a:t>
            </a:r>
            <a:endParaRPr lang="en-US" dirty="0"/>
          </a:p>
          <a:p>
            <a:pPr lvl="0"/>
            <a:r>
              <a:rPr lang="en-US"/>
              <a:t>integrates </a:t>
            </a:r>
            <a:r>
              <a:rPr lang="en-US" dirty="0"/>
              <a:t>well into </a:t>
            </a:r>
            <a:r>
              <a:rPr lang="en-US" b="1" dirty="0"/>
              <a:t>shell scripts</a:t>
            </a:r>
            <a:r>
              <a:rPr lang="en-US" dirty="0"/>
              <a:t> and </a:t>
            </a:r>
            <a:r>
              <a:rPr lang="en-US" b="1"/>
              <a:t>automated workflows</a:t>
            </a:r>
            <a:endParaRPr lang="en-US" dirty="0"/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Limitations:</a:t>
            </a:r>
            <a:endParaRPr lang="en-US"/>
          </a:p>
          <a:p>
            <a:pPr lvl="0"/>
            <a:r>
              <a:rPr lang="en-US"/>
              <a:t>not </a:t>
            </a:r>
            <a:r>
              <a:rPr lang="en-US" dirty="0"/>
              <a:t>ideal for complex data transformations compared to full </a:t>
            </a:r>
            <a:r>
              <a:rPr lang="en-US"/>
              <a:t>programming libraries</a:t>
            </a:r>
            <a:endParaRPr lang="en-US" dirty="0"/>
          </a:p>
          <a:p>
            <a:pPr lvl="0"/>
            <a:r>
              <a:rPr lang="en-US" dirty="0"/>
              <a:t>c</a:t>
            </a:r>
            <a:r>
              <a:rPr lang="en-US"/>
              <a:t>an </a:t>
            </a:r>
            <a:r>
              <a:rPr lang="en-US" dirty="0"/>
              <a:t>sometimes be a bit slow</a:t>
            </a:r>
          </a:p>
          <a:p>
            <a:pPr lvl="0"/>
            <a:r>
              <a:rPr lang="en-US" dirty="0"/>
              <a:t>l</a:t>
            </a:r>
            <a:r>
              <a:rPr lang="en-US"/>
              <a:t>ess </a:t>
            </a:r>
            <a:r>
              <a:rPr lang="en-US" dirty="0"/>
              <a:t>known outside of Unix/Linux and data journalism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991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2B201-B9AD-433C-C013-1791C545F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744"/>
            <a:ext cx="10515600" cy="959168"/>
          </a:xfrm>
        </p:spPr>
        <p:txBody>
          <a:bodyPr/>
          <a:lstStyle/>
          <a:p>
            <a:r>
              <a:rPr lang="en-US"/>
              <a:t>Let’s use it!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A81551-AA2A-51E4-5F8D-F3DF886674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6736"/>
            <a:ext cx="10515600" cy="50109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Preliminaries – get some data</a:t>
            </a:r>
          </a:p>
          <a:p>
            <a:pPr lvl="1"/>
            <a:r>
              <a:rPr lang="en-US"/>
              <a:t>can start with any csv</a:t>
            </a:r>
          </a:p>
          <a:p>
            <a:pPr lvl="1"/>
            <a:r>
              <a:rPr lang="en-US"/>
              <a:t>we will use our new friend </a:t>
            </a:r>
            <a:r>
              <a:rPr lang="en-US" b="1">
                <a:latin typeface="Courier New" panose="02070309020205020404" pitchFamily="49" charset="0"/>
                <a:cs typeface="Courier New" panose="02070309020205020404" pitchFamily="49" charset="0"/>
              </a:rPr>
              <a:t>curl </a:t>
            </a:r>
            <a:r>
              <a:rPr lang="en-US"/>
              <a:t>to download some COVID-19 data from this repo:</a:t>
            </a:r>
          </a:p>
          <a:p>
            <a:pPr marL="0" indent="0">
              <a:buNone/>
            </a:pPr>
            <a:r>
              <a:rPr lang="pt-BR" sz="1700">
                <a:latin typeface="Consolas" panose="020B0609020204030204" pitchFamily="49" charset="0"/>
                <a:ea typeface="+mn-lt"/>
                <a:cs typeface="+mn-lt"/>
              </a:rPr>
              <a:t>	</a:t>
            </a:r>
            <a:r>
              <a:rPr lang="pt-BR" sz="1700">
                <a:latin typeface="Consolas" panose="020B0609020204030204" pitchFamily="49" charset="0"/>
                <a:ea typeface="+mn-lt"/>
                <a:cs typeface="+mn-lt"/>
                <a:hlinkClick r:id="rId2"/>
              </a:rPr>
              <a:t>https://github.com/CSSEGISandData/COVID-19/tree/master/csse_covid_19_data</a:t>
            </a:r>
            <a:endParaRPr lang="pt-BR" sz="1700">
              <a:latin typeface="Consolas" panose="020B0609020204030204" pitchFamily="49" charset="0"/>
            </a:endParaRPr>
          </a:p>
          <a:p>
            <a:pPr lvl="1"/>
            <a:r>
              <a:rPr lang="pt-BR"/>
              <a:t>be sure to get the raw data link </a:t>
            </a:r>
          </a:p>
          <a:p>
            <a:pPr lvl="2"/>
            <a:r>
              <a:rPr lang="pt-BR"/>
              <a:t>click on the file you want</a:t>
            </a:r>
          </a:p>
          <a:p>
            <a:pPr lvl="2"/>
            <a:r>
              <a:rPr lang="pt-BR"/>
              <a:t>then click the </a:t>
            </a:r>
            <a:r>
              <a:rPr lang="pt-BR" b="1"/>
              <a:t>raw</a:t>
            </a:r>
            <a:r>
              <a:rPr lang="pt-BR"/>
              <a:t> button</a:t>
            </a:r>
            <a:endParaRPr lang="pt-BR" b="1"/>
          </a:p>
          <a:p>
            <a:pPr lvl="2"/>
            <a:r>
              <a:rPr lang="pt-BR"/>
              <a:t>then copy the URL that appears</a:t>
            </a:r>
          </a:p>
          <a:p>
            <a:pPr lvl="1"/>
            <a:r>
              <a:rPr lang="pt-BR"/>
              <a:t>Now with the raw links, let’s download a few at a time (note the use of quotation marks):</a:t>
            </a:r>
          </a:p>
          <a:p>
            <a:pPr marL="457200" lvl="1" indent="0">
              <a:buNone/>
            </a:pPr>
            <a:r>
              <a:rPr lang="pt-BR" sz="1800">
                <a:latin typeface="Courier New" panose="02070309020205020404" pitchFamily="49" charset="0"/>
                <a:cs typeface="Courier New" panose="02070309020205020404" pitchFamily="49" charset="0"/>
              </a:rPr>
              <a:t>curl </a:t>
            </a:r>
            <a:r>
              <a:rPr lang="pt-B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-O </a:t>
            </a:r>
            <a:r>
              <a:rPr lang="pt-BR" sz="1800" dirty="0">
                <a:latin typeface="Courier New" panose="02070309020205020404" pitchFamily="49" charset="0"/>
                <a:ea typeface="+mn-lt"/>
                <a:cs typeface="Courier New" panose="02070309020205020404" pitchFamily="49" charset="0"/>
              </a:rPr>
              <a:t>"</a:t>
            </a:r>
            <a:r>
              <a:rPr lang="pt-BR" sz="1800" dirty="0">
                <a:latin typeface="Courier New" panose="02070309020205020404" pitchFamily="49" charset="0"/>
                <a:ea typeface="+mn-lt"/>
                <a:cs typeface="Courier New" panose="02070309020205020404" pitchFamily="49" charset="0"/>
                <a:hlinkClick r:id="rId3"/>
              </a:rPr>
              <a:t>https://raw.githubusercontent.com/CSSEGISandData/COVID-19/refs/heads/master/csse_covid_19_data/csse_covid_19_daily_reports/01-[20-25]-2021.csv</a:t>
            </a:r>
            <a:r>
              <a:rPr lang="pt-BR" sz="1800" dirty="0">
                <a:latin typeface="Courier New" panose="02070309020205020404" pitchFamily="49" charset="0"/>
                <a:ea typeface="+mn-lt"/>
                <a:cs typeface="Courier New" panose="02070309020205020404" pitchFamily="49" charset="0"/>
              </a:rPr>
              <a:t>"</a:t>
            </a:r>
            <a:endParaRPr lang="pt-B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D55C77-9A7C-B14B-B812-8001570D0B95}"/>
              </a:ext>
            </a:extLst>
          </p:cNvPr>
          <p:cNvSpPr txBox="1"/>
          <p:nvPr/>
        </p:nvSpPr>
        <p:spPr>
          <a:xfrm>
            <a:off x="6373368" y="3651170"/>
            <a:ext cx="265176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i="1"/>
              <a:t>let’s demonstrate this</a:t>
            </a:r>
          </a:p>
        </p:txBody>
      </p:sp>
    </p:spTree>
    <p:extLst>
      <p:ext uri="{BB962C8B-B14F-4D97-AF65-F5344CB8AC3E}">
        <p14:creationId xmlns:p14="http://schemas.microsoft.com/office/powerpoint/2010/main" val="1662745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1BF96-B17F-B39F-01DB-63DA748F5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1</a:t>
            </a:r>
            <a:r>
              <a:rPr lang="en-US" baseline="30000"/>
              <a:t>st</a:t>
            </a:r>
            <a:r>
              <a:rPr lang="en-US"/>
              <a:t> take a quick look with our existing tools</a:t>
            </a:r>
            <a:br>
              <a:rPr lang="en-US"/>
            </a:br>
            <a:r>
              <a:rPr lang="en-US" sz="2000" i="1"/>
              <a:t>we’ll need to be in Git Bash for this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6F544-FF3A-F1A9-2727-E54F296D6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Which ones?</a:t>
            </a:r>
          </a:p>
          <a:p>
            <a:pPr marL="457200" lvl="1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ls –l, head, less, wc-l </a:t>
            </a:r>
            <a:r>
              <a:rPr lang="en-US"/>
              <a:t>etc.</a:t>
            </a:r>
          </a:p>
          <a:p>
            <a:r>
              <a:rPr lang="en-US"/>
              <a:t>Let’s also use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cut</a:t>
            </a:r>
            <a:r>
              <a:rPr lang="en-US"/>
              <a:t>:</a:t>
            </a:r>
          </a:p>
          <a:p>
            <a:pPr lvl="1"/>
            <a:r>
              <a:rPr lang="en-US"/>
              <a:t>let’s isolate the country column – use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head -1 &lt;filename&gt;</a:t>
            </a:r>
            <a:r>
              <a:rPr lang="en-US"/>
              <a:t> to see which column # it is  (I’ll be using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*25*</a:t>
            </a:r>
            <a:r>
              <a:rPr lang="en-US"/>
              <a:t> for my filename, use yours)</a:t>
            </a:r>
          </a:p>
          <a:p>
            <a:pPr marL="457200" lvl="1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cut -d',' -f4 *25* | less</a:t>
            </a:r>
          </a:p>
          <a:p>
            <a:pPr marL="457200" lvl="1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cut -d',' -f4 *25* | uniq | sort | less</a:t>
            </a:r>
          </a:p>
          <a:p>
            <a:pPr marL="457200" lvl="1" indent="0"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cut -d',' -f4 *25* | uniq | sort | tail -30</a:t>
            </a:r>
            <a:r>
              <a:rPr lang="en-US"/>
              <a:t>  ( to find US)</a:t>
            </a:r>
          </a:p>
          <a:p>
            <a:pPr marL="457200" lvl="1" indent="0">
              <a:buNone/>
            </a:pPr>
            <a:endParaRPr lang="en-US"/>
          </a:p>
          <a:p>
            <a:pPr marL="457200" lvl="1" indent="0">
              <a:buNone/>
            </a:pP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222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A2E7-D423-4D0F-D9D0-C88C7D3D5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20" y="173101"/>
            <a:ext cx="10876280" cy="1325563"/>
          </a:xfrm>
        </p:spPr>
        <p:txBody>
          <a:bodyPr>
            <a:normAutofit/>
          </a:bodyPr>
          <a:lstStyle/>
          <a:p>
            <a:r>
              <a:rPr lang="en-US" sz="4000"/>
              <a:t>Now inspect the data with </a:t>
            </a:r>
            <a:r>
              <a:rPr lang="en-US" sz="4000">
                <a:latin typeface="Courier New" panose="02070309020205020404" pitchFamily="49" charset="0"/>
                <a:cs typeface="Courier New" panose="02070309020205020404" pitchFamily="49" charset="0"/>
              </a:rPr>
              <a:t>csvstat</a:t>
            </a:r>
            <a:r>
              <a:rPr lang="en-US" sz="4000"/>
              <a:t> and </a:t>
            </a:r>
            <a:r>
              <a:rPr lang="en-US" sz="4000">
                <a:latin typeface="Courier New" panose="02070309020205020404" pitchFamily="49" charset="0"/>
                <a:cs typeface="Courier New" panose="02070309020205020404" pitchFamily="49" charset="0"/>
              </a:rPr>
              <a:t>csvlook</a:t>
            </a:r>
            <a:br>
              <a:rPr lang="en-US" sz="400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sz="400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i="1">
                <a:latin typeface="+mn-lt"/>
                <a:cs typeface="Courier New" panose="02070309020205020404" pitchFamily="49" charset="0"/>
              </a:rPr>
              <a:t>go to the same directory in your Anaconda Prompt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E29EC-5C47-31FD-3C3B-A80171180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600"/>
            <a:ext cx="10515600" cy="4995799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US" b="1"/>
              <a:t>csvstat</a:t>
            </a:r>
            <a:r>
              <a:rPr lang="en-US"/>
              <a:t> – descriptive summary stats on all columns </a:t>
            </a:r>
          </a:p>
          <a:p>
            <a:pPr lvl="1">
              <a:lnSpc>
                <a:spcPct val="120000"/>
              </a:lnSpc>
            </a:pPr>
            <a:r>
              <a:rPr lang="en-US">
                <a:cs typeface="Courier New" panose="02070309020205020404" pitchFamily="49" charset="0"/>
              </a:rPr>
              <a:t>Basic call: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csvstat data.csv</a:t>
            </a:r>
          </a:p>
          <a:p>
            <a:pPr lvl="1">
              <a:lnSpc>
                <a:spcPct val="120000"/>
              </a:lnSpc>
            </a:pPr>
            <a:r>
              <a:rPr lang="en-US">
                <a:cs typeface="Courier New" panose="02070309020205020404" pitchFamily="49" charset="0"/>
              </a:rPr>
              <a:t>Only summarize certain columns:  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csvstat -c age,salary data.csv</a:t>
            </a:r>
          </a:p>
          <a:p>
            <a:pPr lvl="1">
              <a:lnSpc>
                <a:spcPct val="120000"/>
              </a:lnSpc>
            </a:pPr>
            <a:r>
              <a:rPr lang="en-US">
                <a:cs typeface="Courier New" panose="02070309020205020404" pitchFamily="49" charset="0"/>
              </a:rPr>
              <a:t>Only output header names:  	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	csvstat --names data.csv      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>
                <a:latin typeface="+mj-lt"/>
                <a:cs typeface="Courier New" panose="02070309020205020404" pitchFamily="49" charset="0"/>
              </a:rPr>
              <a:t>							(or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–n </a:t>
            </a:r>
            <a:r>
              <a:rPr lang="en-US">
                <a:latin typeface="+mj-lt"/>
                <a:cs typeface="Courier New" panose="02070309020205020404" pitchFamily="49" charset="0"/>
              </a:rPr>
              <a:t>instead of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--names</a:t>
            </a:r>
            <a:r>
              <a:rPr lang="en-US">
                <a:latin typeface="+mj-lt"/>
                <a:cs typeface="Courier New" panose="02070309020205020404" pitchFamily="49" charset="0"/>
              </a:rPr>
              <a:t>)</a:t>
            </a:r>
          </a:p>
          <a:p>
            <a:pPr lvl="1">
              <a:lnSpc>
                <a:spcPct val="120000"/>
              </a:lnSpc>
            </a:pPr>
            <a:r>
              <a:rPr lang="en-US">
                <a:cs typeface="Courier New" panose="02070309020205020404" pitchFamily="49" charset="0"/>
              </a:rPr>
              <a:t>Only output header names and data types: 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csvstat --types data.csv</a:t>
            </a:r>
          </a:p>
          <a:p>
            <a:pPr lvl="1">
              <a:lnSpc>
                <a:spcPct val="120000"/>
              </a:lnSpc>
            </a:pPr>
            <a:r>
              <a:rPr lang="en-US"/>
              <a:t>Many, many more options</a:t>
            </a:r>
          </a:p>
          <a:p>
            <a:pPr lvl="1">
              <a:lnSpc>
                <a:spcPct val="120000"/>
              </a:lnSpc>
            </a:pPr>
            <a:r>
              <a:rPr lang="en-US"/>
              <a:t>Run this on COVID csv file and/or on some old csv files you have, e.g. </a:t>
            </a:r>
            <a:r>
              <a:rPr lang="en-US">
                <a:latin typeface="Consolas" panose="020B0609020204030204" pitchFamily="49" charset="0"/>
              </a:rPr>
              <a:t>drugdeaths.csv </a:t>
            </a:r>
            <a:r>
              <a:rPr lang="en-US"/>
              <a:t>from </a:t>
            </a:r>
            <a:r>
              <a:rPr lang="en-US" b="1"/>
              <a:t>InfoSys</a:t>
            </a:r>
          </a:p>
          <a:p>
            <a:pPr lvl="1">
              <a:lnSpc>
                <a:spcPct val="120000"/>
              </a:lnSpc>
            </a:pPr>
            <a:r>
              <a:rPr lang="en-US"/>
              <a:t>Warning: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csvstat</a:t>
            </a:r>
            <a:r>
              <a:rPr lang="en-US"/>
              <a:t> can be slow on large files</a:t>
            </a:r>
          </a:p>
          <a:p>
            <a:pPr marL="0" indent="0">
              <a:buNone/>
            </a:pPr>
            <a:endParaRPr lang="pt-BR"/>
          </a:p>
          <a:p>
            <a:r>
              <a:rPr lang="pt-BR"/>
              <a:t>What does this do?</a:t>
            </a:r>
          </a:p>
          <a:p>
            <a:pPr marL="0" indent="0">
              <a:buNone/>
            </a:pPr>
            <a:r>
              <a:rPr lang="pt-BR"/>
              <a:t>	</a:t>
            </a:r>
            <a:r>
              <a:rPr lang="pt-BR">
                <a:latin typeface="Courier New" panose="02070309020205020404" pitchFamily="49" charset="0"/>
                <a:cs typeface="Courier New" panose="02070309020205020404" pitchFamily="49" charset="0"/>
              </a:rPr>
              <a:t>csvstat -n *25* | tee colheaders.txt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/>
          </a:p>
          <a:p>
            <a:pPr marL="0" indent="0">
              <a:lnSpc>
                <a:spcPct val="120000"/>
              </a:lnSpc>
              <a:buNone/>
            </a:pP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905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B8FB1-5610-0914-FE0D-AAC1CF0E7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552"/>
            <a:ext cx="10515600" cy="1067231"/>
          </a:xfrm>
        </p:spPr>
        <p:txBody>
          <a:bodyPr>
            <a:normAutofit/>
          </a:bodyPr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csvlook </a:t>
            </a:r>
            <a:r>
              <a:rPr lang="en-US" sz="4000"/>
              <a:t>– display csv file in tabular form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BADE2D-D392-5221-2852-9F3B1518F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9334"/>
            <a:ext cx="10515600" cy="4548402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20000"/>
              </a:lnSpc>
            </a:pPr>
            <a:r>
              <a:rPr lang="en-US">
                <a:cs typeface="Courier New" panose="02070309020205020404" pitchFamily="49" charset="0"/>
              </a:rPr>
              <a:t>Basic call: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 csvlook data.csv</a:t>
            </a:r>
          </a:p>
          <a:p>
            <a:pPr>
              <a:lnSpc>
                <a:spcPct val="120000"/>
              </a:lnSpc>
            </a:pPr>
            <a:r>
              <a:rPr lang="en-US">
                <a:cs typeface="Courier New" panose="02070309020205020404" pitchFamily="49" charset="0"/>
              </a:rPr>
              <a:t>Limit # of columns to display – useful when file is wide: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/>
              <a:t>	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csvlook --max-columns 5 data.csv</a:t>
            </a:r>
          </a:p>
          <a:p>
            <a:pPr>
              <a:lnSpc>
                <a:spcPct val="120000"/>
              </a:lnSpc>
            </a:pPr>
            <a:r>
              <a:rPr lang="en-US"/>
              <a:t>Limit # of rows to display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/>
              <a:t>	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csvlook --max-rows 10 data.csv</a:t>
            </a:r>
          </a:p>
          <a:p>
            <a:pPr>
              <a:lnSpc>
                <a:spcPct val="120000"/>
              </a:lnSpc>
            </a:pPr>
            <a:r>
              <a:rPr lang="en-US"/>
              <a:t>Ignore extra whitespace -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csvlook -I data.csv </a:t>
            </a:r>
          </a:p>
          <a:p>
            <a:pPr>
              <a:lnSpc>
                <a:spcPct val="120000"/>
              </a:lnSpc>
            </a:pPr>
            <a:r>
              <a:rPr lang="en-US"/>
              <a:t>Warning: like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csvstat, csvlook</a:t>
            </a:r>
            <a:r>
              <a:rPr lang="en-US"/>
              <a:t> can be slow on large files</a:t>
            </a:r>
          </a:p>
          <a:p>
            <a:pPr>
              <a:lnSpc>
                <a:spcPct val="120000"/>
              </a:lnSpc>
            </a:pPr>
            <a:r>
              <a:rPr lang="en-US"/>
              <a:t>Example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csvlook --max-columns 8 --max-rows 10 .\drugdeaths.csv</a:t>
            </a:r>
          </a:p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615674-7F51-27F7-8BCF-FCB2AEC3BAD2}"/>
              </a:ext>
            </a:extLst>
          </p:cNvPr>
          <p:cNvSpPr txBox="1"/>
          <p:nvPr/>
        </p:nvSpPr>
        <p:spPr>
          <a:xfrm>
            <a:off x="248574" y="5985207"/>
            <a:ext cx="116948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Note: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csvkit</a:t>
            </a:r>
            <a:r>
              <a:rPr lang="en-US"/>
              <a:t> and many Unix tools expect data to be in </a:t>
            </a:r>
            <a:r>
              <a:rPr lang="en-US" b="1"/>
              <a:t>UTF-8 </a:t>
            </a:r>
            <a:r>
              <a:rPr lang="en-US"/>
              <a:t>format. If you see strange characters or other issues with the text display, your file may be in another format. You can use the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–e</a:t>
            </a:r>
            <a:r>
              <a:rPr lang="en-US"/>
              <a:t> option or convert using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iconv</a:t>
            </a:r>
            <a:r>
              <a:rPr lang="en-US"/>
              <a:t>, Excel, etc.  </a:t>
            </a:r>
          </a:p>
        </p:txBody>
      </p:sp>
    </p:spTree>
    <p:extLst>
      <p:ext uri="{BB962C8B-B14F-4D97-AF65-F5344CB8AC3E}">
        <p14:creationId xmlns:p14="http://schemas.microsoft.com/office/powerpoint/2010/main" val="218864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91CDD-B321-AAD3-24F3-E9C953B53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csvcut</a:t>
            </a:r>
            <a:r>
              <a:rPr lang="en-US"/>
              <a:t> – filter and truncate csv files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367FC-F6E7-AB64-9C99-C3DE1DEA8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280" y="176466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en-US">
                <a:cs typeface="Courier New" panose="02070309020205020404" pitchFamily="49" charset="0"/>
              </a:rPr>
              <a:t>Select columns by name or by number: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csvcut -c name,age,salary data.csv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csvcut -c 1,3,5 data.csv   </a:t>
            </a:r>
            <a:r>
              <a:rPr lang="en-US">
                <a:latin typeface="+mj-lt"/>
                <a:cs typeface="Courier New" panose="02070309020205020404" pitchFamily="49" charset="0"/>
              </a:rPr>
              <a:t>(or use a range, e.g.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3-7</a:t>
            </a:r>
            <a:r>
              <a:rPr lang="en-US">
                <a:latin typeface="+mj-lt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/>
              <a:t>List column headers: 	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csvcut -n data.csv</a:t>
            </a:r>
          </a:p>
          <a:p>
            <a:pPr>
              <a:lnSpc>
                <a:spcPct val="120000"/>
              </a:lnSpc>
            </a:pPr>
            <a:r>
              <a:rPr lang="en-US"/>
              <a:t>Let’s start piping – what does this do?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/>
              <a:t>	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csvcut -c 3-7 data.csv | csvlook</a:t>
            </a:r>
          </a:p>
          <a:p>
            <a:pPr>
              <a:lnSpc>
                <a:spcPct val="120000"/>
              </a:lnSpc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csvcut</a:t>
            </a:r>
            <a:r>
              <a:rPr lang="en-US"/>
              <a:t> is generally faster that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csvstat</a:t>
            </a:r>
            <a:r>
              <a:rPr lang="en-US"/>
              <a:t>and other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csvkit</a:t>
            </a:r>
            <a:r>
              <a:rPr lang="en-US"/>
              <a:t> commands</a:t>
            </a:r>
          </a:p>
          <a:p>
            <a:pPr lvl="0"/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944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CA1C4-F41D-2ACD-5117-A61F5D312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csvgrep</a:t>
            </a:r>
            <a:r>
              <a:rPr lang="en-US"/>
              <a:t> – search csv files, similar to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grep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4F4B3-B744-9FB0-9329-8266756619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7895"/>
          </a:xfrm>
        </p:spPr>
        <p:txBody>
          <a:bodyPr numCol="1">
            <a:normAutofit fontScale="92500"/>
          </a:bodyPr>
          <a:lstStyle/>
          <a:p>
            <a:pPr marL="0" indent="0">
              <a:buNone/>
            </a:pPr>
            <a:r>
              <a:rPr lang="en-US" sz="2200" i="1"/>
              <a:t>Warning – this is a little flakey with file encodings on PowerShell so I will demo it using Git Bash.</a:t>
            </a:r>
          </a:p>
          <a:p>
            <a:pPr>
              <a:lnSpc>
                <a:spcPct val="120000"/>
              </a:lnSpc>
            </a:pPr>
            <a:r>
              <a:rPr lang="en-US" sz="2600" b="1">
                <a:cs typeface="Courier New" panose="02070309020205020404" pitchFamily="49" charset="0"/>
              </a:rPr>
              <a:t>Example usage </a:t>
            </a:r>
            <a:r>
              <a:rPr lang="en-US" sz="2600">
                <a:cs typeface="Courier New" panose="02070309020205020404" pitchFamily="49" charset="0"/>
              </a:rPr>
              <a:t>– search for state “NY” in column “state” in file “data.csv”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600"/>
              <a:t>	</a:t>
            </a:r>
            <a:r>
              <a:rPr lang="en-US" sz="2600">
                <a:latin typeface="Courier New" panose="02070309020205020404" pitchFamily="49" charset="0"/>
                <a:cs typeface="Courier New" panose="02070309020205020404" pitchFamily="49" charset="0"/>
              </a:rPr>
              <a:t>csvgrep -c state -m NY data.csv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600">
                <a:cs typeface="Courier New" panose="02070309020205020404" pitchFamily="49" charset="0"/>
              </a:rPr>
              <a:t>  </a:t>
            </a:r>
            <a:r>
              <a:rPr lang="en-US" sz="2600">
                <a:latin typeface="Courier New" panose="02070309020205020404" pitchFamily="49" charset="0"/>
                <a:cs typeface="Courier New" panose="02070309020205020404" pitchFamily="49" charset="0"/>
              </a:rPr>
              <a:t>-c</a:t>
            </a:r>
            <a:r>
              <a:rPr lang="en-US" sz="2600">
                <a:cs typeface="Courier New" panose="02070309020205020404" pitchFamily="49" charset="0"/>
              </a:rPr>
              <a:t> denotes column name coming next; </a:t>
            </a:r>
            <a:r>
              <a:rPr lang="en-US" sz="2600">
                <a:latin typeface="Courier New" panose="02070309020205020404" pitchFamily="49" charset="0"/>
                <a:cs typeface="Courier New" panose="02070309020205020404" pitchFamily="49" charset="0"/>
              </a:rPr>
              <a:t>-m</a:t>
            </a:r>
            <a:r>
              <a:rPr lang="en-US" sz="2600">
                <a:cs typeface="Courier New" panose="02070309020205020404" pitchFamily="49" charset="0"/>
              </a:rPr>
              <a:t> means find exact match</a:t>
            </a:r>
          </a:p>
          <a:p>
            <a:pPr>
              <a:lnSpc>
                <a:spcPct val="120000"/>
              </a:lnSpc>
            </a:pPr>
            <a:endParaRPr lang="en-US" sz="1100"/>
          </a:p>
          <a:p>
            <a:pPr>
              <a:lnSpc>
                <a:spcPct val="120000"/>
              </a:lnSpc>
            </a:pPr>
            <a:r>
              <a:rPr lang="en-US" sz="2600"/>
              <a:t>Can use regular expressions as well: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600"/>
              <a:t>	</a:t>
            </a:r>
            <a:r>
              <a:rPr lang="en-US" sz="2600">
                <a:latin typeface="Courier New" panose="02070309020205020404" pitchFamily="49" charset="0"/>
                <a:cs typeface="Courier New" panose="02070309020205020404" pitchFamily="49" charset="0"/>
              </a:rPr>
              <a:t>csvgrep -c age -r "^[3-9][0-9]$" data.csv</a:t>
            </a:r>
          </a:p>
          <a:p>
            <a:pPr>
              <a:lnSpc>
                <a:spcPct val="120000"/>
              </a:lnSpc>
            </a:pPr>
            <a:r>
              <a:rPr lang="en-US" sz="2600">
                <a:latin typeface="Courier New" panose="02070309020205020404" pitchFamily="49" charset="0"/>
                <a:cs typeface="Courier New" panose="02070309020205020404" pitchFamily="49" charset="0"/>
              </a:rPr>
              <a:t>csvgrep </a:t>
            </a:r>
            <a:r>
              <a:rPr lang="en-US" sz="2600"/>
              <a:t>is generally faster that </a:t>
            </a:r>
            <a:r>
              <a:rPr lang="en-US" sz="2600">
                <a:latin typeface="Courier New" panose="02070309020205020404" pitchFamily="49" charset="0"/>
                <a:cs typeface="Courier New" panose="02070309020205020404" pitchFamily="49" charset="0"/>
              </a:rPr>
              <a:t>csvstat </a:t>
            </a:r>
            <a:r>
              <a:rPr lang="en-US" sz="2600"/>
              <a:t>and other </a:t>
            </a:r>
            <a:r>
              <a:rPr lang="en-US" sz="2600">
                <a:latin typeface="Courier New" panose="02070309020205020404" pitchFamily="49" charset="0"/>
                <a:cs typeface="Courier New" panose="02070309020205020404" pitchFamily="49" charset="0"/>
              </a:rPr>
              <a:t>csvkit </a:t>
            </a:r>
            <a:r>
              <a:rPr lang="en-US" sz="2600"/>
              <a:t>commands</a:t>
            </a:r>
          </a:p>
        </p:txBody>
      </p:sp>
    </p:spTree>
    <p:extLst>
      <p:ext uri="{BB962C8B-B14F-4D97-AF65-F5344CB8AC3E}">
        <p14:creationId xmlns:p14="http://schemas.microsoft.com/office/powerpoint/2010/main" val="2865427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0005C-C832-4EB6-9077-0D6867BC0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4F6EF-D3D6-5D32-8A0C-A1BC27EBA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1915"/>
            <a:ext cx="10515600" cy="1325563"/>
          </a:xfrm>
        </p:spPr>
        <p:txBody>
          <a:bodyPr/>
          <a:lstStyle/>
          <a:p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csvgrep</a:t>
            </a:r>
            <a:r>
              <a:rPr lang="en-US"/>
              <a:t> demo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B6136-C6DE-F81A-7811-7E5BA9AED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6960"/>
            <a:ext cx="10515600" cy="5527039"/>
          </a:xfrm>
        </p:spPr>
        <p:txBody>
          <a:bodyPr numCol="1">
            <a:noAutofit/>
          </a:bodyPr>
          <a:lstStyle/>
          <a:p>
            <a:r>
              <a:rPr lang="en-US" sz="2000"/>
              <a:t>We will demonstrate with this task: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/>
              <a:t>Find all US rows in the COVID csv file.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/>
              <a:t>Export those to a new US.csv file.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/>
              <a:t>Find all Connecticut rows in US.csv and export those to a new CT.csv file.</a:t>
            </a:r>
          </a:p>
          <a:p>
            <a:r>
              <a:rPr lang="en-US" sz="2000"/>
              <a:t>Plan</a:t>
            </a:r>
          </a:p>
          <a:p>
            <a:pPr lvl="1"/>
            <a:r>
              <a:rPr lang="en-US" sz="2000"/>
              <a:t>figure out the headers for country and state; use:</a:t>
            </a:r>
          </a:p>
          <a:p>
            <a:pPr marL="457200" lvl="1" indent="0">
              <a:buNone/>
            </a:pPr>
            <a:r>
              <a:rPr lang="en-US" sz="2000"/>
              <a:t>	 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csvstat –n *25* &gt; colheaders.txt   </a:t>
            </a:r>
          </a:p>
          <a:p>
            <a:pPr marL="457200" lvl="1" indent="0">
              <a:buNone/>
            </a:pPr>
            <a:r>
              <a:rPr lang="en-US" sz="2000"/>
              <a:t>	(save it to a file so we don’t have to keep calling this)</a:t>
            </a:r>
          </a:p>
          <a:p>
            <a:pPr lvl="1"/>
            <a:r>
              <a:rPr lang="en-US" sz="2000"/>
              <a:t>then use 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csvgrep -c &lt;col-name&gt; -m &lt;srch-string&gt; &lt;file-name&gt;</a:t>
            </a:r>
          </a:p>
          <a:p>
            <a:pPr marL="457200" lvl="1" indent="0">
              <a:buNone/>
            </a:pPr>
            <a:endParaRPr lang="en-US" sz="105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csvgrep -c Country_Region -m US *25* &gt; US.csv</a:t>
            </a:r>
          </a:p>
          <a:p>
            <a:pPr marL="457200" lvl="1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csvgrep -c Province_State -m Connecticut CT.csv</a:t>
            </a:r>
          </a:p>
          <a:p>
            <a:pPr marL="457200" lvl="1" indent="0">
              <a:buNone/>
            </a:pP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csvlook --max-columns 6 CT.csv </a:t>
            </a:r>
          </a:p>
          <a:p>
            <a:r>
              <a:rPr lang="en-US" sz="2000"/>
              <a:t>Let’s get a better look by specifying which columns using </a:t>
            </a:r>
            <a:r>
              <a:rPr lang="en-US" sz="2000">
                <a:latin typeface="Courier New" panose="02070309020205020404" pitchFamily="49" charset="0"/>
                <a:cs typeface="Courier New" panose="02070309020205020404" pitchFamily="49" charset="0"/>
              </a:rPr>
              <a:t>csvcut</a:t>
            </a:r>
            <a:r>
              <a:rPr lang="en-US" sz="2000"/>
              <a:t> first:</a:t>
            </a:r>
          </a:p>
          <a:p>
            <a:pPr marL="0" indent="0">
              <a:buNone/>
            </a:pP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csvcut -c Admin2,Province_State,Confirmed,Deaths,Recovered CT.csv | csvlook</a:t>
            </a:r>
          </a:p>
          <a:p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52473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716DF-17DC-3F52-75BC-AF835275A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7360"/>
            <a:ext cx="10515600" cy="57096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Or we can combine all these commands in one data processing pipeline:</a:t>
            </a:r>
          </a:p>
          <a:p>
            <a:pPr marL="0" indent="0">
              <a:buNone/>
            </a:pPr>
            <a:r>
              <a:rPr lang="en-US" sz="20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csvgrep -c Country_Region -m US *25* \</a:t>
            </a:r>
          </a:p>
          <a:p>
            <a:pPr marL="0" indent="0">
              <a:buNone/>
            </a:pPr>
            <a:r>
              <a:rPr lang="en-US" sz="20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csvgrep -c Province_State -m Connecticut \</a:t>
            </a:r>
          </a:p>
          <a:p>
            <a:pPr marL="0" indent="0">
              <a:buNone/>
            </a:pPr>
            <a:r>
              <a:rPr lang="en-US" sz="20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csvcut -c Admin2,Province_State,Confirmed,Deaths,Recovered \</a:t>
            </a:r>
          </a:p>
          <a:p>
            <a:pPr marL="0" indent="0">
              <a:buNone/>
            </a:pPr>
            <a:r>
              <a:rPr lang="en-US" sz="20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csvsort -c Deaths -r \</a:t>
            </a:r>
          </a:p>
          <a:p>
            <a:pPr marL="0" indent="0">
              <a:buNone/>
            </a:pPr>
            <a:r>
              <a:rPr lang="en-US" sz="200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| csvlook</a:t>
            </a:r>
          </a:p>
          <a:p>
            <a:endParaRPr lang="en-US" sz="2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8D6153-1F42-E154-049A-5B30988F0019}"/>
              </a:ext>
            </a:extLst>
          </p:cNvPr>
          <p:cNvSpPr txBox="1"/>
          <p:nvPr/>
        </p:nvSpPr>
        <p:spPr>
          <a:xfrm>
            <a:off x="2047240" y="3193395"/>
            <a:ext cx="930656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| Admin2     | Province_State | Confirmed | Deaths | Recovered |</a:t>
            </a:r>
          </a:p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| ---------- | -------------- | --------- | ------ | --------- |</a:t>
            </a:r>
          </a:p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| Hartford   | Connecticut    |    61,606 |  2,069 |     False |</a:t>
            </a:r>
          </a:p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| Fairfield  | Connecticut    |    70,347 |  1,899 |     False |</a:t>
            </a:r>
          </a:p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| New Haven  | Connecticut    |    61,489 |  1,763 |     False |</a:t>
            </a:r>
          </a:p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| New London | Connecticut    |    16,194 |    353 |     False |</a:t>
            </a:r>
          </a:p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| Middlesex  | Connecticut    |     8,895 |    312 |     False |</a:t>
            </a:r>
          </a:p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| Litchfield | Connecticut    |     9,616 |    250 |     False |</a:t>
            </a:r>
          </a:p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| Windham    | Connecticut    |     7,934 |    129 |     False |</a:t>
            </a:r>
          </a:p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| Tolland    | Connecticut    |     6,659 |    127 |     False |</a:t>
            </a:r>
          </a:p>
          <a:p>
            <a:r>
              <a:rPr lang="en-US" sz="1800">
                <a:solidFill>
                  <a:prstClr val="black"/>
                </a:solidFill>
                <a:latin typeface="Lucida Console" panose="020B0609040504020204" pitchFamily="49" charset="0"/>
              </a:rPr>
              <a:t>| Unassigned | Connecticut    |       892 |      9 |     False |</a:t>
            </a:r>
          </a:p>
        </p:txBody>
      </p:sp>
    </p:spTree>
    <p:extLst>
      <p:ext uri="{BB962C8B-B14F-4D97-AF65-F5344CB8AC3E}">
        <p14:creationId xmlns:p14="http://schemas.microsoft.com/office/powerpoint/2010/main" val="2983722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48454-11B5-3C48-BF6C-C1D51A674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csvkit</a:t>
            </a:r>
            <a:r>
              <a:rPr lang="en-US"/>
              <a:t>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5222B-EB24-9186-19B7-6C6DFA00B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 numCol="1">
            <a:normAutofit fontScale="92500" lnSpcReduction="20000"/>
          </a:bodyPr>
          <a:lstStyle/>
          <a:p>
            <a:pPr lvl="0"/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in2csv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  myfile.xlsx &gt; myfile.csv</a:t>
            </a:r>
          </a:p>
          <a:p>
            <a:pPr lvl="1"/>
            <a:r>
              <a:rPr lang="en-US" sz="1800"/>
              <a:t>for data in a different sheet – can specify which sheet</a:t>
            </a:r>
          </a:p>
          <a:p>
            <a:pPr lvl="2"/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in2csv -n myfile.xlsx </a:t>
            </a:r>
            <a:r>
              <a:rPr lang="en-US" sz="1700">
                <a:cs typeface="Courier New" panose="02070309020205020404" pitchFamily="49" charset="0"/>
              </a:rPr>
              <a:t>- lists sheet names </a:t>
            </a:r>
            <a:endParaRPr lang="en-US" sz="1600">
              <a:cs typeface="Courier New" panose="02070309020205020404" pitchFamily="49" charset="0"/>
            </a:endParaRPr>
          </a:p>
          <a:p>
            <a:pPr lvl="2"/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in2csv myfile.xlsx --sheet “thisSheet” &gt; myfile.csv</a:t>
            </a:r>
          </a:p>
          <a:p>
            <a:pPr>
              <a:lnSpc>
                <a:spcPct val="120000"/>
              </a:lnSpc>
            </a:pPr>
            <a:endParaRPr lang="en-US" sz="1000"/>
          </a:p>
          <a:p>
            <a:pPr>
              <a:lnSpc>
                <a:spcPct val="120000"/>
              </a:lnSpc>
            </a:pPr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csvsort</a:t>
            </a:r>
          </a:p>
          <a:p>
            <a:pPr lvl="1">
              <a:lnSpc>
                <a:spcPct val="120000"/>
              </a:lnSpc>
            </a:pP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csvsort -c salary data.csv          </a:t>
            </a:r>
            <a:r>
              <a:rPr lang="en-US" sz="1800">
                <a:latin typeface="+mj-lt"/>
                <a:cs typeface="Courier New" panose="02070309020205020404" pitchFamily="49" charset="0"/>
              </a:rPr>
              <a:t>sort by salary column</a:t>
            </a:r>
          </a:p>
          <a:p>
            <a:pPr lvl="1">
              <a:lnSpc>
                <a:spcPct val="120000"/>
              </a:lnSpc>
            </a:pP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csvsort -c salary -r data.csv       </a:t>
            </a:r>
            <a:r>
              <a:rPr lang="en-US" sz="1800">
                <a:latin typeface="+mj-lt"/>
                <a:cs typeface="Courier New" panose="02070309020205020404" pitchFamily="49" charset="0"/>
              </a:rPr>
              <a:t>reverse order</a:t>
            </a:r>
          </a:p>
          <a:p>
            <a:pPr lvl="1">
              <a:lnSpc>
                <a:spcPct val="120000"/>
              </a:lnSpc>
            </a:pP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csvsort -c salary -n data.csv       </a:t>
            </a:r>
            <a:r>
              <a:rPr lang="en-US" sz="1800">
                <a:latin typeface="+mj-lt"/>
                <a:cs typeface="Courier New" panose="02070309020205020404" pitchFamily="49" charset="0"/>
              </a:rPr>
              <a:t>display column name</a:t>
            </a:r>
          </a:p>
          <a:p>
            <a:pPr>
              <a:lnSpc>
                <a:spcPct val="120000"/>
              </a:lnSpc>
            </a:pPr>
            <a:endParaRPr lang="en-US" sz="1200"/>
          </a:p>
          <a:p>
            <a:pPr>
              <a:lnSpc>
                <a:spcPct val="120000"/>
              </a:lnSpc>
            </a:pPr>
            <a:r>
              <a:rPr lang="en-US" sz="2400" b="1">
                <a:latin typeface="Courier New" panose="02070309020205020404" pitchFamily="49" charset="0"/>
                <a:cs typeface="Courier New" panose="02070309020205020404" pitchFamily="49" charset="0"/>
              </a:rPr>
              <a:t>csvstack</a:t>
            </a:r>
          </a:p>
          <a:p>
            <a:pPr lvl="1">
              <a:lnSpc>
                <a:spcPct val="120000"/>
              </a:lnSpc>
            </a:pP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csvstack jan.csv feb.csv mar.csv &gt; q1.csv</a:t>
            </a:r>
          </a:p>
          <a:p>
            <a:pPr lvl="1">
              <a:lnSpc>
                <a:spcPct val="120000"/>
              </a:lnSpc>
            </a:pPr>
            <a:r>
              <a:rPr lang="en-US" sz="1800">
                <a:latin typeface="Courier New" panose="02070309020205020404" pitchFamily="49" charset="0"/>
                <a:cs typeface="Courier New" panose="02070309020205020404" pitchFamily="49" charset="0"/>
              </a:rPr>
              <a:t>csvstack -g month -n Jan,Feb,Mar jan.csv feb.csv mar.csv &gt; all.csv</a:t>
            </a:r>
          </a:p>
          <a:p>
            <a:pPr marL="457200" lvl="1" indent="0">
              <a:lnSpc>
                <a:spcPct val="120000"/>
              </a:lnSpc>
              <a:buNone/>
            </a:pPr>
            <a:r>
              <a:rPr lang="en-US" sz="1800">
                <a:latin typeface="+mj-lt"/>
                <a:cs typeface="Courier New" panose="02070309020205020404" pitchFamily="49" charset="0"/>
              </a:rPr>
              <a:t>	(allows for grouping of columns)</a:t>
            </a:r>
          </a:p>
        </p:txBody>
      </p:sp>
    </p:spTree>
    <p:extLst>
      <p:ext uri="{BB962C8B-B14F-4D97-AF65-F5344CB8AC3E}">
        <p14:creationId xmlns:p14="http://schemas.microsoft.com/office/powerpoint/2010/main" val="8375720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F0198-939F-09F1-5362-DE5F2B7D1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SQL-related csvkit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DC550-7662-BC02-C882-2B4F6BB12E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0"/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csvsql</a:t>
            </a:r>
            <a:r>
              <a:rPr lang="en-US"/>
              <a:t>: run SQL queries on CSV files</a:t>
            </a:r>
          </a:p>
          <a:p>
            <a:pPr lvl="1">
              <a:lnSpc>
                <a:spcPct val="120000"/>
              </a:lnSpc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csvsql --query "SELECT name, age FROM data WHERE age &gt; 30" data.csv</a:t>
            </a:r>
          </a:p>
          <a:p>
            <a:pPr lvl="1">
              <a:lnSpc>
                <a:spcPct val="120000"/>
              </a:lnSpc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csvsql --db sqlite:///data.db --insert data.csv</a:t>
            </a:r>
          </a:p>
          <a:p>
            <a:pPr lvl="1">
              <a:lnSpc>
                <a:spcPct val="120000"/>
              </a:lnSpc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csvsql --db sqlite:///data.db --query "SELECT COUNT(*) FROM data"</a:t>
            </a:r>
          </a:p>
          <a:p>
            <a:pPr>
              <a:lnSpc>
                <a:spcPct val="120000"/>
              </a:lnSpc>
            </a:pP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20000"/>
              </a:lnSpc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csvjoin</a:t>
            </a:r>
          </a:p>
          <a:p>
            <a:pPr lvl="1">
              <a:lnSpc>
                <a:spcPct val="120000"/>
              </a:lnSpc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csvjoin -c id users.csv orders.csv</a:t>
            </a:r>
          </a:p>
          <a:p>
            <a:pPr lvl="1">
              <a:lnSpc>
                <a:spcPct val="120000"/>
              </a:lnSpc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csvjoin -c id --left users.csv orders.csv</a:t>
            </a:r>
          </a:p>
          <a:p>
            <a:pPr lvl="1">
              <a:lnSpc>
                <a:spcPct val="120000"/>
              </a:lnSpc>
            </a:pP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csvjoin -c id users.csv orders.csv | csvcut -C orders.id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868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CED50-2319-67EB-EC4A-7B84F72F1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62012-E8F4-6BB2-ACCF-393A0A17C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Tutorial - csvkit 2.2.0 documentation</a:t>
            </a:r>
            <a:endParaRPr lang="en-US"/>
          </a:p>
          <a:p>
            <a:pPr lvl="0"/>
            <a:r>
              <a:rPr lang="en-US" u="sng">
                <a:hlinkClick r:id="rId3"/>
              </a:rPr>
              <a:t>https://source.opennews.org/articles/eleven-awesome-things-you-can-do-csvkit/</a:t>
            </a: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823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11E63-9848-8405-9663-C6F39EB3E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sqlite3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8604C-01D3-5FFA-1EBB-A5810A7A9D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we have used SQL in MS Access and Python using the sqlite3 library</a:t>
            </a:r>
          </a:p>
          <a:p>
            <a:r>
              <a:rPr lang="en-US"/>
              <a:t>now we access SQL through the sqlite3 utility directly from the terminal</a:t>
            </a:r>
          </a:p>
          <a:p>
            <a:r>
              <a:rPr lang="en-US"/>
              <a:t>we can replicate what we did with csvkit, InfoSys, and more</a:t>
            </a:r>
          </a:p>
          <a:p>
            <a:r>
              <a:rPr lang="en-US"/>
              <a:t>why bother with SQL in the terminal?</a:t>
            </a:r>
          </a:p>
          <a:p>
            <a:pPr lvl="1"/>
            <a:r>
              <a:rPr lang="en-US"/>
              <a:t>can connect with other commands in automation scripts, ssh, …</a:t>
            </a:r>
          </a:p>
          <a:p>
            <a:pPr lvl="1"/>
            <a:r>
              <a:rPr lang="en-US"/>
              <a:t>pure sql – no Access GUI, quirkiness; no Python, jupyter, pandas code to think of; just one track mind – asking questions about the data using sql</a:t>
            </a:r>
          </a:p>
          <a:p>
            <a:pPr lvl="1"/>
            <a:r>
              <a:rPr lang="en-US"/>
              <a:t>easier to transfer to use in other db systems like Postgres, DuckDB, etc.</a:t>
            </a:r>
          </a:p>
          <a:p>
            <a:pPr lvl="1"/>
            <a:r>
              <a:rPr lang="en-US"/>
              <a:t>increases overall terminal fluency – we continue working with our other new terminal tools</a:t>
            </a:r>
          </a:p>
        </p:txBody>
      </p:sp>
    </p:spTree>
    <p:extLst>
      <p:ext uri="{BB962C8B-B14F-4D97-AF65-F5344CB8AC3E}">
        <p14:creationId xmlns:p14="http://schemas.microsoft.com/office/powerpoint/2010/main" val="1093036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FCFFC-E1AE-9013-4C6B-378091B8D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using sqlite3 from the terminal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8DD40-C07F-6161-A588-0EA14F00E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install – </a:t>
            </a:r>
            <a:r>
              <a:rPr lang="en-US"/>
              <a:t>not necessary for PowerShell since it works natively there</a:t>
            </a:r>
          </a:p>
          <a:p>
            <a:pPr marL="0" indent="0">
              <a:buNone/>
            </a:pPr>
            <a:r>
              <a:rPr lang="en-US" sz="1800"/>
              <a:t>(if you installed Python (or other tools) in your Git Bash terminal you may have access to it there as well)</a:t>
            </a:r>
          </a:p>
          <a:p>
            <a:r>
              <a:rPr lang="en-US"/>
              <a:t>for help, see </a:t>
            </a:r>
            <a:r>
              <a:rPr lang="en-US">
                <a:hlinkClick r:id="rId2"/>
              </a:rPr>
              <a:t>https://sqlite.org/cli.html</a:t>
            </a:r>
            <a:endParaRPr lang="en-US"/>
          </a:p>
          <a:p>
            <a:r>
              <a:rPr lang="en-US"/>
              <a:t>to launch, type:  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sqlite3 </a:t>
            </a:r>
            <a:r>
              <a:rPr lang="en-US">
                <a:latin typeface="+mj-lt"/>
                <a:cs typeface="Courier New" panose="02070309020205020404" pitchFamily="49" charset="0"/>
              </a:rPr>
              <a:t>or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 sqlite3 &lt;dbfilename&gt;</a:t>
            </a:r>
          </a:p>
          <a:p>
            <a:r>
              <a:rPr lang="en-US">
                <a:latin typeface="+mj-lt"/>
                <a:cs typeface="Courier New" panose="02070309020205020404" pitchFamily="49" charset="0"/>
              </a:rPr>
              <a:t>you should see a </a:t>
            </a:r>
            <a:r>
              <a:rPr lang="en-US">
                <a:latin typeface="Courier New" panose="02070309020205020404" pitchFamily="49" charset="0"/>
                <a:cs typeface="Courier New" panose="02070309020205020404" pitchFamily="49" charset="0"/>
              </a:rPr>
              <a:t>sqlite&gt;</a:t>
            </a:r>
            <a:r>
              <a:rPr lang="en-US">
                <a:latin typeface="+mj-lt"/>
                <a:cs typeface="Courier New" panose="02070309020205020404" pitchFamily="49" charset="0"/>
              </a:rPr>
              <a:t> prompt on your screen</a:t>
            </a:r>
          </a:p>
          <a:p>
            <a:r>
              <a:rPr lang="en-US">
                <a:latin typeface="+mj-lt"/>
                <a:cs typeface="Courier New" panose="02070309020205020404" pitchFamily="49" charset="0"/>
              </a:rPr>
              <a:t>Let’s open </a:t>
            </a:r>
            <a:r>
              <a:rPr lang="en-US" b="1">
                <a:latin typeface="Consolas" panose="020B0609020204030204" pitchFamily="49" charset="0"/>
                <a:cs typeface="Courier New" panose="02070309020205020404" pitchFamily="49" charset="0"/>
              </a:rPr>
              <a:t>feline.db </a:t>
            </a:r>
            <a:r>
              <a:rPr lang="en-US">
                <a:latin typeface="+mj-lt"/>
                <a:cs typeface="Courier New" panose="02070309020205020404" pitchFamily="49" charset="0"/>
              </a:rPr>
              <a:t>from InfoSys  </a:t>
            </a:r>
          </a:p>
          <a:p>
            <a:pPr marL="0" indent="0">
              <a:buNone/>
            </a:pPr>
            <a:r>
              <a:rPr lang="en-US" sz="2400">
                <a:latin typeface="+mj-lt"/>
                <a:cs typeface="Courier New" panose="02070309020205020404" pitchFamily="49" charset="0"/>
              </a:rPr>
              <a:t>  put </a:t>
            </a:r>
            <a:r>
              <a:rPr lang="en-US" sz="2400" b="1">
                <a:latin typeface="Consolas" panose="020B0609020204030204" pitchFamily="49" charset="0"/>
                <a:cs typeface="Courier New" panose="02070309020205020404" pitchFamily="49" charset="0"/>
              </a:rPr>
              <a:t>feline.db </a:t>
            </a:r>
            <a:r>
              <a:rPr lang="en-US" sz="2400">
                <a:cs typeface="Courier New" panose="02070309020205020404" pitchFamily="49" charset="0"/>
              </a:rPr>
              <a:t>in your current directory and type 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sqlite3 feline.db</a:t>
            </a:r>
          </a:p>
          <a:p>
            <a:r>
              <a:rPr lang="en-US" sz="2400"/>
              <a:t>Type </a:t>
            </a:r>
            <a:r>
              <a:rPr lang="en-US" sz="2400">
                <a:latin typeface="Courier New" panose="02070309020205020404" pitchFamily="49" charset="0"/>
                <a:cs typeface="Courier New" panose="02070309020205020404" pitchFamily="49" charset="0"/>
              </a:rPr>
              <a:t>.tables </a:t>
            </a:r>
            <a:r>
              <a:rPr lang="en-US" sz="2400"/>
              <a:t>–  lists the tables in the database</a:t>
            </a:r>
          </a:p>
          <a:p>
            <a:r>
              <a:rPr lang="en-US" sz="2400"/>
              <a:t>Now let’s run some familiar old commands on an old database</a:t>
            </a:r>
          </a:p>
          <a:p>
            <a:pPr marL="0" indent="0">
              <a:buNone/>
            </a:pPr>
            <a:endParaRPr lang="en-US" sz="2400">
              <a:latin typeface="+mj-lt"/>
              <a:cs typeface="Courier New" panose="02070309020205020404" pitchFamily="49" charset="0"/>
            </a:endParaRPr>
          </a:p>
          <a:p>
            <a:endParaRPr lang="en-US"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373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FDBBB-DFDF-71D1-E9F1-6CBC3BD6D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sqlite3 in the terminal on the feline.db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946F3-2D39-01FA-D580-C9E313696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/>
          </a:p>
          <a:p>
            <a:pPr marL="0" indent="0" fontAlgn="ctr">
              <a:buNone/>
            </a:pPr>
            <a:r>
              <a:rPr lang="en-US"/>
              <a:t>select * from Orders;</a:t>
            </a:r>
          </a:p>
          <a:p>
            <a:pPr marL="0" indent="0" fontAlgn="ctr">
              <a:buNone/>
            </a:pPr>
            <a:r>
              <a:rPr lang="en-US"/>
              <a:t>.mode column   -  gives nice column-wise display (or use .mode list)</a:t>
            </a:r>
          </a:p>
          <a:p>
            <a:pPr marL="0" indent="0" fontAlgn="ctr">
              <a:buNone/>
            </a:pPr>
            <a:r>
              <a:rPr lang="en-US"/>
              <a:t>select * from Monthly;</a:t>
            </a:r>
          </a:p>
          <a:p>
            <a:pPr marL="0" indent="0" fontAlgn="ctr">
              <a:buNone/>
            </a:pPr>
            <a:r>
              <a:rPr lang="en-US"/>
              <a:t>and use our other SQL clauses: WHERE, GROUP BY, ORDER BY</a:t>
            </a:r>
          </a:p>
          <a:p>
            <a:pPr fontAlgn="ctr"/>
            <a:endParaRPr lang="en-US"/>
          </a:p>
          <a:p>
            <a:pPr fontAlgn="ctr"/>
            <a:r>
              <a:rPr lang="en-US"/>
              <a:t>Note:</a:t>
            </a:r>
          </a:p>
          <a:p>
            <a:pPr lvl="1" fontAlgn="ctr"/>
            <a:r>
              <a:rPr lang="en-US"/>
              <a:t>.headers on (or off)  - to view column headers</a:t>
            </a:r>
          </a:p>
          <a:p>
            <a:pPr lvl="1" fontAlgn="ctr"/>
            <a:r>
              <a:rPr lang="en-US"/>
              <a:t>.open feline.db      (use to open the db mid-session)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endParaRPr lang="en-US" i="1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310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1D3D8-D0D0-61E2-1390-D06D8C068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Create a New Database and Table from within sqlite3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3ED351-75EF-F3CF-42B6-80695B210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72800" cy="4351338"/>
          </a:xfrm>
        </p:spPr>
        <p:txBody>
          <a:bodyPr>
            <a:normAutofit fontScale="92500" lnSpcReduction="20000"/>
          </a:bodyPr>
          <a:lstStyle/>
          <a:p>
            <a:pPr marL="0" indent="0" fontAlgn="ctr">
              <a:buNone/>
            </a:pPr>
            <a:endParaRPr lang="en-US"/>
          </a:p>
          <a:p>
            <a:pPr marL="0" indent="0" fontAlgn="ctr">
              <a:buNone/>
            </a:pPr>
            <a:r>
              <a:rPr lang="en-US"/>
              <a:t>.open temp.db</a:t>
            </a:r>
          </a:p>
          <a:p>
            <a:pPr marL="0" indent="0" fontAlgn="ctr">
              <a:buNone/>
            </a:pPr>
            <a:endParaRPr lang="en-US"/>
          </a:p>
          <a:p>
            <a:pPr marL="0" indent="0" fontAlgn="ctr">
              <a:buNone/>
            </a:pPr>
            <a:r>
              <a:rPr lang="en-US"/>
              <a:t>CREATE TABLE users (id INTEGER PRIMARY KEY, name TEXT, age INTEGER);</a:t>
            </a:r>
          </a:p>
          <a:p>
            <a:pPr marL="0" indent="0" fontAlgn="ctr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INSERT INTO users (name, age) VALUES ('John Doe', 30);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.tables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select * from users;</a:t>
            </a:r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305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67910-EB4E-944E-BCD8-E61AC5AA9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Load data from a csv into a db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F009A-8A0A-E9A2-DA95-46FBB2039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3541"/>
            <a:ext cx="10515600" cy="4351338"/>
          </a:xfrm>
        </p:spPr>
        <p:txBody>
          <a:bodyPr>
            <a:normAutofit fontScale="85000" lnSpcReduction="20000"/>
          </a:bodyPr>
          <a:lstStyle/>
          <a:p>
            <a:pPr marL="0" lvl="0" indent="0">
              <a:buNone/>
            </a:pPr>
            <a:r>
              <a:rPr lang="en-US"/>
              <a:t>We will create a new database “ct5.db” and load in our “ct5.csv” as its first table:</a:t>
            </a:r>
          </a:p>
          <a:p>
            <a:pPr marL="0" lvl="0" indent="0">
              <a:buNone/>
            </a:pPr>
            <a:endParaRPr lang="en-US"/>
          </a:p>
          <a:p>
            <a:pPr lvl="0"/>
            <a:r>
              <a:rPr lang="en-US"/>
              <a:t>sqlite3 ct5.db       </a:t>
            </a:r>
          </a:p>
          <a:p>
            <a:pPr lvl="0"/>
            <a:r>
              <a:rPr lang="en-US"/>
              <a:t> .mode csv</a:t>
            </a:r>
          </a:p>
          <a:p>
            <a:r>
              <a:rPr lang="en-US"/>
              <a:t>.import ct5.csv ct_covid          (1</a:t>
            </a:r>
            <a:r>
              <a:rPr lang="en-US" baseline="30000"/>
              <a:t>st</a:t>
            </a:r>
            <a:r>
              <a:rPr lang="en-US"/>
              <a:t> row assumed to be headers)</a:t>
            </a:r>
          </a:p>
          <a:p>
            <a:pPr lvl="0"/>
            <a:r>
              <a:rPr lang="en-US"/>
              <a:t>.tables</a:t>
            </a:r>
          </a:p>
          <a:p>
            <a:pPr lvl="0"/>
            <a:r>
              <a:rPr lang="en-US"/>
              <a:t>.header on</a:t>
            </a:r>
          </a:p>
          <a:p>
            <a:pPr lvl="0"/>
            <a:r>
              <a:rPr lang="en-US"/>
              <a:t>select * from ct_covid;</a:t>
            </a:r>
          </a:p>
          <a:p>
            <a:pPr lvl="0"/>
            <a:r>
              <a:rPr lang="en-US"/>
              <a:t>.mode column</a:t>
            </a:r>
          </a:p>
          <a:p>
            <a:pPr lvl="0"/>
            <a:r>
              <a:rPr lang="en-US"/>
              <a:t>select * from ct_covid;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18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4854D-CC59-BF49-7CA8-DC191A4BA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Queries on the table just created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19B7E-BF45-E9D4-BB00-54D25C9D6B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.schema ct_covid    -</a:t>
            </a:r>
            <a:r>
              <a:rPr lang="en-US" sz="2400"/>
              <a:t> we will see Confirmed, Deaths, Recovered are text</a:t>
            </a:r>
            <a:endParaRPr lang="en-US"/>
          </a:p>
          <a:p>
            <a:pPr lvl="0"/>
            <a:r>
              <a:rPr lang="en-US"/>
              <a:t>select * from ct_covid where cast(Deaths as Int) &gt; 300;</a:t>
            </a:r>
          </a:p>
          <a:p>
            <a:pPr lvl="0"/>
            <a:r>
              <a:rPr lang="en-US"/>
              <a:t>select Admin2,max(cast(confirmed as int)) as Confirmed from ct_covid;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2283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F2D50-42C7-9E80-D99C-31EC74C28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more sqlite3 commands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60CB3-D6B3-5099-E9C0-60BC41182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/>
              <a:t>.system &lt;system command&gt;  - run a terminal command from within sqlite3, e.g. .system ls, .system dir, etc.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.output myfile.txt   (where query results will go – accumulate there)</a:t>
            </a:r>
          </a:p>
          <a:p>
            <a:r>
              <a:rPr lang="en-US">
                <a:ea typeface="+mn-lt"/>
                <a:cs typeface="+mn-lt"/>
              </a:rPr>
              <a:t>~/.sqlite_history</a:t>
            </a:r>
          </a:p>
          <a:p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u="sng"/>
              <a:t>Can call sqlite3 directly from terminal</a:t>
            </a:r>
            <a:r>
              <a:rPr lang="en-US"/>
              <a:t>:</a:t>
            </a:r>
          </a:p>
          <a:p>
            <a:pPr marL="0" indent="0">
              <a:buNone/>
            </a:pPr>
            <a:r>
              <a:rPr lang="en-US"/>
              <a:t>$ sqlite3 feline.db "select * from monthly;“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$ sqlite3 feline.db "select * from monthly;“ &gt; monthly.txt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There’s much, much more…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32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915</TotalTime>
  <Words>2227</Words>
  <Application>Microsoft Office PowerPoint</Application>
  <PresentationFormat>Widescreen</PresentationFormat>
  <Paragraphs>236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Aptos</vt:lpstr>
      <vt:lpstr>Aptos Display</vt:lpstr>
      <vt:lpstr>Arial</vt:lpstr>
      <vt:lpstr>Consolas</vt:lpstr>
      <vt:lpstr>Courier New</vt:lpstr>
      <vt:lpstr>Lucida Console</vt:lpstr>
      <vt:lpstr>Office Theme</vt:lpstr>
      <vt:lpstr>Structued Data  and Queries in the Terminal</vt:lpstr>
      <vt:lpstr>Cleaning, Analyzing, and Converting CSV files using csvkit</vt:lpstr>
      <vt:lpstr>csvkit – pros and cons</vt:lpstr>
      <vt:lpstr>Let’s use it!</vt:lpstr>
      <vt:lpstr>1st take a quick look with our existing tools we’ll need to be in Git Bash for this</vt:lpstr>
      <vt:lpstr>Now inspect the data with csvstat and csvlook   go to the same directory in your Anaconda Prompt</vt:lpstr>
      <vt:lpstr>csvlook – display csv file in tabular form</vt:lpstr>
      <vt:lpstr>csvcut – filter and truncate csv files</vt:lpstr>
      <vt:lpstr>csvgrep – search csv files, similar to grep</vt:lpstr>
      <vt:lpstr>csvgrep demo</vt:lpstr>
      <vt:lpstr>PowerPoint Presentation</vt:lpstr>
      <vt:lpstr>Other csvkit Commands</vt:lpstr>
      <vt:lpstr>SQL-related csvkit commands</vt:lpstr>
      <vt:lpstr>References</vt:lpstr>
      <vt:lpstr>sqlite3</vt:lpstr>
      <vt:lpstr>using sqlite3 from the terminal</vt:lpstr>
      <vt:lpstr>sqlite3 in the terminal on the feline.db file</vt:lpstr>
      <vt:lpstr>Create a New Database and Table from within sqlite3</vt:lpstr>
      <vt:lpstr>Load data from a csv into a db</vt:lpstr>
      <vt:lpstr>Queries on the table just created</vt:lpstr>
      <vt:lpstr>more sqlite3 commands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Frommer, Ian Dr. (EDU)</dc:creator>
  <cp:lastModifiedBy>Frommer, Ian Dr. (EDU)</cp:lastModifiedBy>
  <cp:revision>77</cp:revision>
  <dcterms:created xsi:type="dcterms:W3CDTF">2026-02-02T21:06:11Z</dcterms:created>
  <dcterms:modified xsi:type="dcterms:W3CDTF">2026-02-11T16:18:28Z</dcterms:modified>
</cp:coreProperties>
</file>