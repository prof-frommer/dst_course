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71" r:id="rId5"/>
    <p:sldId id="262" r:id="rId6"/>
    <p:sldId id="273" r:id="rId7"/>
    <p:sldId id="259" r:id="rId8"/>
    <p:sldId id="263" r:id="rId9"/>
    <p:sldId id="258" r:id="rId10"/>
    <p:sldId id="268" r:id="rId11"/>
    <p:sldId id="267" r:id="rId12"/>
    <p:sldId id="265" r:id="rId13"/>
    <p:sldId id="266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BDD08-05F1-42D5-BAF2-BD8212F3A291}" v="199" dt="2026-04-08T12:58:39.8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960" autoAdjust="0"/>
  </p:normalViewPr>
  <p:slideViewPr>
    <p:cSldViewPr snapToGrid="0">
      <p:cViewPr varScale="1">
        <p:scale>
          <a:sx n="70" d="100"/>
          <a:sy n="70" d="100"/>
        </p:scale>
        <p:origin x="75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redo custSel addSld delSld modSld sldOrd">
      <pc:chgData name="Frommer, Ian Dr. (EDU)" userId="28ca3ff0-544f-450a-928b-99e19cf49b89" providerId="ADAL" clId="{FDDA6EB0-4FD6-4516-ACA5-A4CAC6441DA7}" dt="2026-04-08T12:58:45.984" v="4153" actId="20577"/>
      <pc:docMkLst>
        <pc:docMk/>
      </pc:docMkLst>
      <pc:sldChg chg="addSp delSp modSp new mod">
        <pc:chgData name="Frommer, Ian Dr. (EDU)" userId="28ca3ff0-544f-450a-928b-99e19cf49b89" providerId="ADAL" clId="{FDDA6EB0-4FD6-4516-ACA5-A4CAC6441DA7}" dt="2026-04-07T19:51:38.949" v="2583" actId="1076"/>
        <pc:sldMkLst>
          <pc:docMk/>
          <pc:sldMk cId="1745333482" sldId="256"/>
        </pc:sldMkLst>
        <pc:spChg chg="mod">
          <ac:chgData name="Frommer, Ian Dr. (EDU)" userId="28ca3ff0-544f-450a-928b-99e19cf49b89" providerId="ADAL" clId="{FDDA6EB0-4FD6-4516-ACA5-A4CAC6441DA7}" dt="2026-04-06T20:59:46.100" v="2177" actId="1076"/>
          <ac:spMkLst>
            <pc:docMk/>
            <pc:sldMk cId="1745333482" sldId="256"/>
            <ac:spMk id="2" creationId="{4B1BA7C2-D055-E425-FACB-2B019C2C0678}"/>
          </ac:spMkLst>
        </pc:spChg>
        <pc:spChg chg="del">
          <ac:chgData name="Frommer, Ian Dr. (EDU)" userId="28ca3ff0-544f-450a-928b-99e19cf49b89" providerId="ADAL" clId="{FDDA6EB0-4FD6-4516-ACA5-A4CAC6441DA7}" dt="2026-04-07T19:45:04.206" v="2410" actId="478"/>
          <ac:spMkLst>
            <pc:docMk/>
            <pc:sldMk cId="1745333482" sldId="256"/>
            <ac:spMk id="3" creationId="{7465CC3F-8ED5-98E8-9D38-66854AC55CCF}"/>
          </ac:spMkLst>
        </pc:spChg>
        <pc:picChg chg="add mod">
          <ac:chgData name="Frommer, Ian Dr. (EDU)" userId="28ca3ff0-544f-450a-928b-99e19cf49b89" providerId="ADAL" clId="{FDDA6EB0-4FD6-4516-ACA5-A4CAC6441DA7}" dt="2026-04-07T19:51:38.949" v="2583" actId="1076"/>
          <ac:picMkLst>
            <pc:docMk/>
            <pc:sldMk cId="1745333482" sldId="256"/>
            <ac:picMk id="5" creationId="{72548B22-61F4-9DCF-E313-2F4864975E6F}"/>
          </ac:picMkLst>
        </pc:picChg>
        <pc:picChg chg="add mod">
          <ac:chgData name="Frommer, Ian Dr. (EDU)" userId="28ca3ff0-544f-450a-928b-99e19cf49b89" providerId="ADAL" clId="{FDDA6EB0-4FD6-4516-ACA5-A4CAC6441DA7}" dt="2026-04-06T20:59:29.944" v="2174" actId="1076"/>
          <ac:picMkLst>
            <pc:docMk/>
            <pc:sldMk cId="1745333482" sldId="256"/>
            <ac:picMk id="7" creationId="{DA9EB5F1-6B08-4114-A3E6-899F97B9F4B3}"/>
          </ac:picMkLst>
        </pc:picChg>
        <pc:picChg chg="add mod">
          <ac:chgData name="Frommer, Ian Dr. (EDU)" userId="28ca3ff0-544f-450a-928b-99e19cf49b89" providerId="ADAL" clId="{FDDA6EB0-4FD6-4516-ACA5-A4CAC6441DA7}" dt="2026-04-06T20:59:34.549" v="2175" actId="1076"/>
          <ac:picMkLst>
            <pc:docMk/>
            <pc:sldMk cId="1745333482" sldId="256"/>
            <ac:picMk id="9" creationId="{411027E8-62FE-6BA8-4248-86400731E32B}"/>
          </ac:picMkLst>
        </pc:picChg>
        <pc:picChg chg="add mod">
          <ac:chgData name="Frommer, Ian Dr. (EDU)" userId="28ca3ff0-544f-450a-928b-99e19cf49b89" providerId="ADAL" clId="{FDDA6EB0-4FD6-4516-ACA5-A4CAC6441DA7}" dt="2026-04-07T19:51:32.100" v="2580" actId="1076"/>
          <ac:picMkLst>
            <pc:docMk/>
            <pc:sldMk cId="1745333482" sldId="256"/>
            <ac:picMk id="10" creationId="{9A4B8C54-6830-64ED-FE4A-09DD3D5F17C3}"/>
          </ac:picMkLst>
        </pc:picChg>
      </pc:sldChg>
      <pc:sldChg chg="addSp modSp new mod addAnim delAnim modAnim">
        <pc:chgData name="Frommer, Ian Dr. (EDU)" userId="28ca3ff0-544f-450a-928b-99e19cf49b89" providerId="ADAL" clId="{FDDA6EB0-4FD6-4516-ACA5-A4CAC6441DA7}" dt="2026-04-08T12:38:56.111" v="4037" actId="167"/>
        <pc:sldMkLst>
          <pc:docMk/>
          <pc:sldMk cId="1185638920" sldId="257"/>
        </pc:sldMkLst>
        <pc:spChg chg="mod">
          <ac:chgData name="Frommer, Ian Dr. (EDU)" userId="28ca3ff0-544f-450a-928b-99e19cf49b89" providerId="ADAL" clId="{FDDA6EB0-4FD6-4516-ACA5-A4CAC6441DA7}" dt="2026-04-07T19:49:04.256" v="2498" actId="14100"/>
          <ac:spMkLst>
            <pc:docMk/>
            <pc:sldMk cId="1185638920" sldId="257"/>
            <ac:spMk id="2" creationId="{2B71764A-A54C-86B6-FDF3-4514C512ADEE}"/>
          </ac:spMkLst>
        </pc:spChg>
        <pc:spChg chg="mod">
          <ac:chgData name="Frommer, Ian Dr. (EDU)" userId="28ca3ff0-544f-450a-928b-99e19cf49b89" providerId="ADAL" clId="{FDDA6EB0-4FD6-4516-ACA5-A4CAC6441DA7}" dt="2026-04-07T21:06:25.729" v="4033" actId="404"/>
          <ac:spMkLst>
            <pc:docMk/>
            <pc:sldMk cId="1185638920" sldId="257"/>
            <ac:spMk id="3" creationId="{5C19A45B-5142-4CEA-627E-624576DEBE87}"/>
          </ac:spMkLst>
        </pc:spChg>
        <pc:picChg chg="add mod ord modCrop">
          <ac:chgData name="Frommer, Ian Dr. (EDU)" userId="28ca3ff0-544f-450a-928b-99e19cf49b89" providerId="ADAL" clId="{FDDA6EB0-4FD6-4516-ACA5-A4CAC6441DA7}" dt="2026-04-08T12:38:56.111" v="4037" actId="167"/>
          <ac:picMkLst>
            <pc:docMk/>
            <pc:sldMk cId="1185638920" sldId="257"/>
            <ac:picMk id="4" creationId="{E8F55732-793B-F909-D28F-6AA8A26694DD}"/>
          </ac:picMkLst>
        </pc:picChg>
      </pc:sldChg>
      <pc:sldChg chg="addSp modSp new mod ord addAnim delAnim modAnim">
        <pc:chgData name="Frommer, Ian Dr. (EDU)" userId="28ca3ff0-544f-450a-928b-99e19cf49b89" providerId="ADAL" clId="{FDDA6EB0-4FD6-4516-ACA5-A4CAC6441DA7}" dt="2026-04-08T12:56:18.359" v="4089"/>
        <pc:sldMkLst>
          <pc:docMk/>
          <pc:sldMk cId="1744534753" sldId="258"/>
        </pc:sldMkLst>
        <pc:spChg chg="mod">
          <ac:chgData name="Frommer, Ian Dr. (EDU)" userId="28ca3ff0-544f-450a-928b-99e19cf49b89" providerId="ADAL" clId="{FDDA6EB0-4FD6-4516-ACA5-A4CAC6441DA7}" dt="2026-04-06T21:02:04.659" v="2311" actId="20577"/>
          <ac:spMkLst>
            <pc:docMk/>
            <pc:sldMk cId="1744534753" sldId="258"/>
            <ac:spMk id="2" creationId="{996C0E95-ABC4-9E05-CAB3-875D70FD1206}"/>
          </ac:spMkLst>
        </pc:spChg>
        <pc:spChg chg="mod">
          <ac:chgData name="Frommer, Ian Dr. (EDU)" userId="28ca3ff0-544f-450a-928b-99e19cf49b89" providerId="ADAL" clId="{FDDA6EB0-4FD6-4516-ACA5-A4CAC6441DA7}" dt="2026-04-05T15:02:15.646" v="12" actId="12"/>
          <ac:spMkLst>
            <pc:docMk/>
            <pc:sldMk cId="1744534753" sldId="258"/>
            <ac:spMk id="3" creationId="{25898C93-1BED-03FF-3D5A-D0BE35259079}"/>
          </ac:spMkLst>
        </pc:spChg>
        <pc:spChg chg="add mod">
          <ac:chgData name="Frommer, Ian Dr. (EDU)" userId="28ca3ff0-544f-450a-928b-99e19cf49b89" providerId="ADAL" clId="{FDDA6EB0-4FD6-4516-ACA5-A4CAC6441DA7}" dt="2026-04-08T12:51:12.559" v="4051" actId="571"/>
          <ac:spMkLst>
            <pc:docMk/>
            <pc:sldMk cId="1744534753" sldId="258"/>
            <ac:spMk id="6" creationId="{6FE78E5F-2B6F-3C25-D4A9-B44DB877D12A}"/>
          </ac:spMkLst>
        </pc:spChg>
        <pc:picChg chg="add mod ord">
          <ac:chgData name="Frommer, Ian Dr. (EDU)" userId="28ca3ff0-544f-450a-928b-99e19cf49b89" providerId="ADAL" clId="{FDDA6EB0-4FD6-4516-ACA5-A4CAC6441DA7}" dt="2026-04-08T12:54:40.993" v="4072" actId="14100"/>
          <ac:picMkLst>
            <pc:docMk/>
            <pc:sldMk cId="1744534753" sldId="258"/>
            <ac:picMk id="4" creationId="{8E403C58-BF65-1DCB-4A17-7B8133F9C8AC}"/>
          </ac:picMkLst>
        </pc:picChg>
        <pc:picChg chg="add mod modCrop">
          <ac:chgData name="Frommer, Ian Dr. (EDU)" userId="28ca3ff0-544f-450a-928b-99e19cf49b89" providerId="ADAL" clId="{FDDA6EB0-4FD6-4516-ACA5-A4CAC6441DA7}" dt="2026-04-08T12:54:45.801" v="4074" actId="1076"/>
          <ac:picMkLst>
            <pc:docMk/>
            <pc:sldMk cId="1744534753" sldId="258"/>
            <ac:picMk id="5" creationId="{E961AFB3-2345-BD41-38EC-8B999A1DB3A4}"/>
          </ac:picMkLst>
        </pc:picChg>
        <pc:picChg chg="add mod modCrop">
          <ac:chgData name="Frommer, Ian Dr. (EDU)" userId="28ca3ff0-544f-450a-928b-99e19cf49b89" providerId="ADAL" clId="{FDDA6EB0-4FD6-4516-ACA5-A4CAC6441DA7}" dt="2026-04-08T12:51:12.559" v="4051" actId="571"/>
          <ac:picMkLst>
            <pc:docMk/>
            <pc:sldMk cId="1744534753" sldId="258"/>
            <ac:picMk id="7" creationId="{170CC92B-E5AB-088A-2662-32738FB59127}"/>
          </ac:picMkLst>
        </pc:picChg>
        <pc:picChg chg="add mod modCrop">
          <ac:chgData name="Frommer, Ian Dr. (EDU)" userId="28ca3ff0-544f-450a-928b-99e19cf49b89" providerId="ADAL" clId="{FDDA6EB0-4FD6-4516-ACA5-A4CAC6441DA7}" dt="2026-04-08T12:54:29.051" v="4069" actId="1076"/>
          <ac:picMkLst>
            <pc:docMk/>
            <pc:sldMk cId="1744534753" sldId="258"/>
            <ac:picMk id="9" creationId="{F1365A06-E68F-7E07-BD8D-7D6D980E615E}"/>
          </ac:picMkLst>
        </pc:picChg>
        <pc:picChg chg="add mod">
          <ac:chgData name="Frommer, Ian Dr. (EDU)" userId="28ca3ff0-544f-450a-928b-99e19cf49b89" providerId="ADAL" clId="{FDDA6EB0-4FD6-4516-ACA5-A4CAC6441DA7}" dt="2026-04-08T12:54:22.337" v="4067" actId="1076"/>
          <ac:picMkLst>
            <pc:docMk/>
            <pc:sldMk cId="1744534753" sldId="258"/>
            <ac:picMk id="10" creationId="{EC5DA8B2-DDA8-F3E6-4585-10DE3EDCCEB3}"/>
          </ac:picMkLst>
        </pc:picChg>
      </pc:sldChg>
      <pc:sldChg chg="modSp new mod ord">
        <pc:chgData name="Frommer, Ian Dr. (EDU)" userId="28ca3ff0-544f-450a-928b-99e19cf49b89" providerId="ADAL" clId="{FDDA6EB0-4FD6-4516-ACA5-A4CAC6441DA7}" dt="2026-04-07T20:49:46.044" v="3637" actId="20577"/>
        <pc:sldMkLst>
          <pc:docMk/>
          <pc:sldMk cId="3856668486" sldId="259"/>
        </pc:sldMkLst>
        <pc:spChg chg="mod">
          <ac:chgData name="Frommer, Ian Dr. (EDU)" userId="28ca3ff0-544f-450a-928b-99e19cf49b89" providerId="ADAL" clId="{FDDA6EB0-4FD6-4516-ACA5-A4CAC6441DA7}" dt="2026-04-05T16:49:27.519" v="233" actId="20577"/>
          <ac:spMkLst>
            <pc:docMk/>
            <pc:sldMk cId="3856668486" sldId="259"/>
            <ac:spMk id="2" creationId="{E5BA2CA6-E9A7-B6F6-8440-74EAC4D023F4}"/>
          </ac:spMkLst>
        </pc:spChg>
        <pc:spChg chg="mod">
          <ac:chgData name="Frommer, Ian Dr. (EDU)" userId="28ca3ff0-544f-450a-928b-99e19cf49b89" providerId="ADAL" clId="{FDDA6EB0-4FD6-4516-ACA5-A4CAC6441DA7}" dt="2026-04-07T20:49:46.044" v="3637" actId="20577"/>
          <ac:spMkLst>
            <pc:docMk/>
            <pc:sldMk cId="3856668486" sldId="259"/>
            <ac:spMk id="3" creationId="{FDA9B302-65BD-44D9-8F41-D4FCFB839E81}"/>
          </ac:spMkLst>
        </pc:spChg>
      </pc:sldChg>
      <pc:sldChg chg="modSp new del mod ord">
        <pc:chgData name="Frommer, Ian Dr. (EDU)" userId="28ca3ff0-544f-450a-928b-99e19cf49b89" providerId="ADAL" clId="{FDDA6EB0-4FD6-4516-ACA5-A4CAC6441DA7}" dt="2026-04-07T21:05:11.395" v="4025" actId="2696"/>
        <pc:sldMkLst>
          <pc:docMk/>
          <pc:sldMk cId="619489439" sldId="260"/>
        </pc:sldMkLst>
        <pc:spChg chg="mod">
          <ac:chgData name="Frommer, Ian Dr. (EDU)" userId="28ca3ff0-544f-450a-928b-99e19cf49b89" providerId="ADAL" clId="{FDDA6EB0-4FD6-4516-ACA5-A4CAC6441DA7}" dt="2026-04-07T21:04:15.255" v="4024" actId="21"/>
          <ac:spMkLst>
            <pc:docMk/>
            <pc:sldMk cId="619489439" sldId="260"/>
            <ac:spMk id="3" creationId="{F2AAEB32-641D-CFEF-27B8-58CF7FFCF5BE}"/>
          </ac:spMkLst>
        </pc:spChg>
      </pc:sldChg>
      <pc:sldChg chg="modSp new del mod ord">
        <pc:chgData name="Frommer, Ian Dr. (EDU)" userId="28ca3ff0-544f-450a-928b-99e19cf49b89" providerId="ADAL" clId="{FDDA6EB0-4FD6-4516-ACA5-A4CAC6441DA7}" dt="2026-04-07T21:05:36.230" v="4027" actId="2696"/>
        <pc:sldMkLst>
          <pc:docMk/>
          <pc:sldMk cId="859178281" sldId="261"/>
        </pc:sldMkLst>
        <pc:spChg chg="mod">
          <ac:chgData name="Frommer, Ian Dr. (EDU)" userId="28ca3ff0-544f-450a-928b-99e19cf49b89" providerId="ADAL" clId="{FDDA6EB0-4FD6-4516-ACA5-A4CAC6441DA7}" dt="2026-04-07T21:05:15.436" v="4026" actId="21"/>
          <ac:spMkLst>
            <pc:docMk/>
            <pc:sldMk cId="859178281" sldId="261"/>
            <ac:spMk id="3" creationId="{62401B54-46F4-7D51-FD22-8DE95DE3BE8F}"/>
          </ac:spMkLst>
        </pc:spChg>
      </pc:sldChg>
      <pc:sldChg chg="addSp delSp modSp new mod ord modAnim modNotesTx">
        <pc:chgData name="Frommer, Ian Dr. (EDU)" userId="28ca3ff0-544f-450a-928b-99e19cf49b89" providerId="ADAL" clId="{FDDA6EB0-4FD6-4516-ACA5-A4CAC6441DA7}" dt="2026-04-07T20:39:06.769" v="3204"/>
        <pc:sldMkLst>
          <pc:docMk/>
          <pc:sldMk cId="68389280" sldId="262"/>
        </pc:sldMkLst>
        <pc:spChg chg="mod">
          <ac:chgData name="Frommer, Ian Dr. (EDU)" userId="28ca3ff0-544f-450a-928b-99e19cf49b89" providerId="ADAL" clId="{FDDA6EB0-4FD6-4516-ACA5-A4CAC6441DA7}" dt="2026-04-07T20:12:17.989" v="2950" actId="20577"/>
          <ac:spMkLst>
            <pc:docMk/>
            <pc:sldMk cId="68389280" sldId="262"/>
            <ac:spMk id="2" creationId="{A8AFE670-6783-F4C9-0671-8624BE8C0035}"/>
          </ac:spMkLst>
        </pc:spChg>
        <pc:spChg chg="add mod">
          <ac:chgData name="Frommer, Ian Dr. (EDU)" userId="28ca3ff0-544f-450a-928b-99e19cf49b89" providerId="ADAL" clId="{FDDA6EB0-4FD6-4516-ACA5-A4CAC6441DA7}" dt="2026-04-07T20:38:15.032" v="3194" actId="20577"/>
          <ac:spMkLst>
            <pc:docMk/>
            <pc:sldMk cId="68389280" sldId="262"/>
            <ac:spMk id="4" creationId="{BAE825BD-A491-3EA3-24BA-648B4AED9DB4}"/>
          </ac:spMkLst>
        </pc:spChg>
        <pc:spChg chg="add mod">
          <ac:chgData name="Frommer, Ian Dr. (EDU)" userId="28ca3ff0-544f-450a-928b-99e19cf49b89" providerId="ADAL" clId="{FDDA6EB0-4FD6-4516-ACA5-A4CAC6441DA7}" dt="2026-04-07T20:38:21.109" v="3195" actId="1076"/>
          <ac:spMkLst>
            <pc:docMk/>
            <pc:sldMk cId="68389280" sldId="262"/>
            <ac:spMk id="13" creationId="{25978A42-06B3-37FA-A49A-68AD32EB3EFF}"/>
          </ac:spMkLst>
        </pc:spChg>
        <pc:picChg chg="add del mod">
          <ac:chgData name="Frommer, Ian Dr. (EDU)" userId="28ca3ff0-544f-450a-928b-99e19cf49b89" providerId="ADAL" clId="{FDDA6EB0-4FD6-4516-ACA5-A4CAC6441DA7}" dt="2026-04-07T20:30:01.529" v="3138" actId="478"/>
          <ac:picMkLst>
            <pc:docMk/>
            <pc:sldMk cId="68389280" sldId="262"/>
            <ac:picMk id="3" creationId="{15968E4A-CFB7-D7CF-BDC1-691917883617}"/>
          </ac:picMkLst>
        </pc:picChg>
        <pc:picChg chg="add mod">
          <ac:chgData name="Frommer, Ian Dr. (EDU)" userId="28ca3ff0-544f-450a-928b-99e19cf49b89" providerId="ADAL" clId="{FDDA6EB0-4FD6-4516-ACA5-A4CAC6441DA7}" dt="2026-04-07T20:38:02.929" v="3188" actId="1076"/>
          <ac:picMkLst>
            <pc:docMk/>
            <pc:sldMk cId="68389280" sldId="262"/>
            <ac:picMk id="5" creationId="{9AC499AE-73CF-FD2C-F2E1-2C2B95192E4C}"/>
          </ac:picMkLst>
        </pc:picChg>
        <pc:picChg chg="add del mod">
          <ac:chgData name="Frommer, Ian Dr. (EDU)" userId="28ca3ff0-544f-450a-928b-99e19cf49b89" providerId="ADAL" clId="{FDDA6EB0-4FD6-4516-ACA5-A4CAC6441DA7}" dt="2026-04-07T20:36:45.411" v="3169" actId="478"/>
          <ac:picMkLst>
            <pc:docMk/>
            <pc:sldMk cId="68389280" sldId="262"/>
            <ac:picMk id="7" creationId="{CB8ABFE2-8E7F-8EB0-B9E0-8FFE7A777A9D}"/>
          </ac:picMkLst>
        </pc:picChg>
        <pc:picChg chg="add del mod">
          <ac:chgData name="Frommer, Ian Dr. (EDU)" userId="28ca3ff0-544f-450a-928b-99e19cf49b89" providerId="ADAL" clId="{FDDA6EB0-4FD6-4516-ACA5-A4CAC6441DA7}" dt="2026-04-07T20:36:42.764" v="3168" actId="478"/>
          <ac:picMkLst>
            <pc:docMk/>
            <pc:sldMk cId="68389280" sldId="262"/>
            <ac:picMk id="9" creationId="{7545B49B-9C04-46D6-92CE-1387ACA6DB3C}"/>
          </ac:picMkLst>
        </pc:picChg>
        <pc:picChg chg="add mod">
          <ac:chgData name="Frommer, Ian Dr. (EDU)" userId="28ca3ff0-544f-450a-928b-99e19cf49b89" providerId="ADAL" clId="{FDDA6EB0-4FD6-4516-ACA5-A4CAC6441DA7}" dt="2026-04-07T20:38:07.495" v="3190" actId="1076"/>
          <ac:picMkLst>
            <pc:docMk/>
            <pc:sldMk cId="68389280" sldId="262"/>
            <ac:picMk id="11" creationId="{5DFAEBC1-A456-1526-75F0-32EFE729EF8D}"/>
          </ac:picMkLst>
        </pc:picChg>
        <pc:picChg chg="add mod">
          <ac:chgData name="Frommer, Ian Dr. (EDU)" userId="28ca3ff0-544f-450a-928b-99e19cf49b89" providerId="ADAL" clId="{FDDA6EB0-4FD6-4516-ACA5-A4CAC6441DA7}" dt="2026-04-07T20:37:11.326" v="3182" actId="14100"/>
          <ac:picMkLst>
            <pc:docMk/>
            <pc:sldMk cId="68389280" sldId="262"/>
            <ac:picMk id="12" creationId="{F19DFC26-6591-EA8E-0B0D-7D692DBCD904}"/>
          </ac:picMkLst>
        </pc:picChg>
        <pc:picChg chg="add mod">
          <ac:chgData name="Frommer, Ian Dr. (EDU)" userId="28ca3ff0-544f-450a-928b-99e19cf49b89" providerId="ADAL" clId="{FDDA6EB0-4FD6-4516-ACA5-A4CAC6441DA7}" dt="2026-04-07T20:38:10.742" v="3191" actId="1076"/>
          <ac:picMkLst>
            <pc:docMk/>
            <pc:sldMk cId="68389280" sldId="262"/>
            <ac:picMk id="15" creationId="{58C2030A-2E96-C258-22FA-3E0C89F37565}"/>
          </ac:picMkLst>
        </pc:picChg>
      </pc:sldChg>
      <pc:sldChg chg="addSp delSp modSp new mod ord modAnim modNotesTx">
        <pc:chgData name="Frommer, Ian Dr. (EDU)" userId="28ca3ff0-544f-450a-928b-99e19cf49b89" providerId="ADAL" clId="{FDDA6EB0-4FD6-4516-ACA5-A4CAC6441DA7}" dt="2026-04-07T20:59:26.586" v="3919" actId="6549"/>
        <pc:sldMkLst>
          <pc:docMk/>
          <pc:sldMk cId="3085584084" sldId="263"/>
        </pc:sldMkLst>
        <pc:spChg chg="mod">
          <ac:chgData name="Frommer, Ian Dr. (EDU)" userId="28ca3ff0-544f-450a-928b-99e19cf49b89" providerId="ADAL" clId="{FDDA6EB0-4FD6-4516-ACA5-A4CAC6441DA7}" dt="2026-04-07T20:45:10.873" v="3417" actId="1035"/>
          <ac:spMkLst>
            <pc:docMk/>
            <pc:sldMk cId="3085584084" sldId="263"/>
            <ac:spMk id="2" creationId="{BB36D59E-FFF9-2D11-335B-AC103A049393}"/>
          </ac:spMkLst>
        </pc:spChg>
        <pc:spChg chg="mod">
          <ac:chgData name="Frommer, Ian Dr. (EDU)" userId="28ca3ff0-544f-450a-928b-99e19cf49b89" providerId="ADAL" clId="{FDDA6EB0-4FD6-4516-ACA5-A4CAC6441DA7}" dt="2026-04-07T20:59:26.586" v="3919" actId="6549"/>
          <ac:spMkLst>
            <pc:docMk/>
            <pc:sldMk cId="3085584084" sldId="263"/>
            <ac:spMk id="3" creationId="{2DD7C906-81BA-FDAC-80AE-7525958CD72C}"/>
          </ac:spMkLst>
        </pc:spChg>
        <pc:picChg chg="add mod">
          <ac:chgData name="Frommer, Ian Dr. (EDU)" userId="28ca3ff0-544f-450a-928b-99e19cf49b89" providerId="ADAL" clId="{FDDA6EB0-4FD6-4516-ACA5-A4CAC6441DA7}" dt="2026-04-07T20:45:23.319" v="3420" actId="14100"/>
          <ac:picMkLst>
            <pc:docMk/>
            <pc:sldMk cId="3085584084" sldId="263"/>
            <ac:picMk id="1026" creationId="{BA559D12-6123-14B8-E9DD-21E603309697}"/>
          </ac:picMkLst>
        </pc:picChg>
      </pc:sldChg>
      <pc:sldChg chg="addSp delSp modSp new mod">
        <pc:chgData name="Frommer, Ian Dr. (EDU)" userId="28ca3ff0-544f-450a-928b-99e19cf49b89" providerId="ADAL" clId="{FDDA6EB0-4FD6-4516-ACA5-A4CAC6441DA7}" dt="2026-04-07T21:02:29.494" v="3943" actId="1076"/>
        <pc:sldMkLst>
          <pc:docMk/>
          <pc:sldMk cId="2242402626" sldId="265"/>
        </pc:sldMkLst>
        <pc:spChg chg="mod">
          <ac:chgData name="Frommer, Ian Dr. (EDU)" userId="28ca3ff0-544f-450a-928b-99e19cf49b89" providerId="ADAL" clId="{FDDA6EB0-4FD6-4516-ACA5-A4CAC6441DA7}" dt="2026-04-07T20:58:20.726" v="3832" actId="20577"/>
          <ac:spMkLst>
            <pc:docMk/>
            <pc:sldMk cId="2242402626" sldId="265"/>
            <ac:spMk id="2" creationId="{03B8065B-10FF-03E9-15C8-24198CD14111}"/>
          </ac:spMkLst>
        </pc:spChg>
        <pc:spChg chg="mod">
          <ac:chgData name="Frommer, Ian Dr. (EDU)" userId="28ca3ff0-544f-450a-928b-99e19cf49b89" providerId="ADAL" clId="{FDDA6EB0-4FD6-4516-ACA5-A4CAC6441DA7}" dt="2026-04-07T21:02:16.896" v="3939" actId="27636"/>
          <ac:spMkLst>
            <pc:docMk/>
            <pc:sldMk cId="2242402626" sldId="265"/>
            <ac:spMk id="3" creationId="{DB46E96D-02F9-4491-652E-7F4E88D90F77}"/>
          </ac:spMkLst>
        </pc:spChg>
        <pc:spChg chg="add mod">
          <ac:chgData name="Frommer, Ian Dr. (EDU)" userId="28ca3ff0-544f-450a-928b-99e19cf49b89" providerId="ADAL" clId="{FDDA6EB0-4FD6-4516-ACA5-A4CAC6441DA7}" dt="2026-04-07T21:02:29.494" v="3943" actId="1076"/>
          <ac:spMkLst>
            <pc:docMk/>
            <pc:sldMk cId="2242402626" sldId="265"/>
            <ac:spMk id="9" creationId="{CE4706EF-A5E3-909D-74B3-491275875E47}"/>
          </ac:spMkLst>
        </pc:spChg>
        <pc:picChg chg="add del mod">
          <ac:chgData name="Frommer, Ian Dr. (EDU)" userId="28ca3ff0-544f-450a-928b-99e19cf49b89" providerId="ADAL" clId="{FDDA6EB0-4FD6-4516-ACA5-A4CAC6441DA7}" dt="2026-04-07T21:01:35.696" v="3925" actId="478"/>
          <ac:picMkLst>
            <pc:docMk/>
            <pc:sldMk cId="2242402626" sldId="265"/>
            <ac:picMk id="5" creationId="{FD279E2A-921F-FC20-FD3B-6EDE3920848C}"/>
          </ac:picMkLst>
        </pc:picChg>
        <pc:picChg chg="add mod">
          <ac:chgData name="Frommer, Ian Dr. (EDU)" userId="28ca3ff0-544f-450a-928b-99e19cf49b89" providerId="ADAL" clId="{FDDA6EB0-4FD6-4516-ACA5-A4CAC6441DA7}" dt="2026-04-07T21:02:25.805" v="3942" actId="14100"/>
          <ac:picMkLst>
            <pc:docMk/>
            <pc:sldMk cId="2242402626" sldId="265"/>
            <ac:picMk id="7" creationId="{6502917A-2DD6-8D70-FB81-CCE4CDBBA2D3}"/>
          </ac:picMkLst>
        </pc:picChg>
      </pc:sldChg>
      <pc:sldChg chg="modSp new mod">
        <pc:chgData name="Frommer, Ian Dr. (EDU)" userId="28ca3ff0-544f-450a-928b-99e19cf49b89" providerId="ADAL" clId="{FDDA6EB0-4FD6-4516-ACA5-A4CAC6441DA7}" dt="2026-04-07T21:03:43.875" v="4023" actId="113"/>
        <pc:sldMkLst>
          <pc:docMk/>
          <pc:sldMk cId="2377202899" sldId="266"/>
        </pc:sldMkLst>
        <pc:spChg chg="mod">
          <ac:chgData name="Frommer, Ian Dr. (EDU)" userId="28ca3ff0-544f-450a-928b-99e19cf49b89" providerId="ADAL" clId="{FDDA6EB0-4FD6-4516-ACA5-A4CAC6441DA7}" dt="2026-04-06T16:11:57.772" v="1496" actId="20577"/>
          <ac:spMkLst>
            <pc:docMk/>
            <pc:sldMk cId="2377202899" sldId="266"/>
            <ac:spMk id="2" creationId="{75F06332-5083-D291-4C17-AEC11BB57E20}"/>
          </ac:spMkLst>
        </pc:spChg>
        <pc:spChg chg="mod">
          <ac:chgData name="Frommer, Ian Dr. (EDU)" userId="28ca3ff0-544f-450a-928b-99e19cf49b89" providerId="ADAL" clId="{FDDA6EB0-4FD6-4516-ACA5-A4CAC6441DA7}" dt="2026-04-07T21:03:43.875" v="4023" actId="113"/>
          <ac:spMkLst>
            <pc:docMk/>
            <pc:sldMk cId="2377202899" sldId="266"/>
            <ac:spMk id="3" creationId="{1269DBC0-B277-968C-6EA9-25A7B767EC25}"/>
          </ac:spMkLst>
        </pc:spChg>
      </pc:sldChg>
      <pc:sldChg chg="modSp new mod ord">
        <pc:chgData name="Frommer, Ian Dr. (EDU)" userId="28ca3ff0-544f-450a-928b-99e19cf49b89" providerId="ADAL" clId="{FDDA6EB0-4FD6-4516-ACA5-A4CAC6441DA7}" dt="2026-04-07T20:54:10.522" v="3820" actId="6549"/>
        <pc:sldMkLst>
          <pc:docMk/>
          <pc:sldMk cId="484369591" sldId="267"/>
        </pc:sldMkLst>
        <pc:spChg chg="mod">
          <ac:chgData name="Frommer, Ian Dr. (EDU)" userId="28ca3ff0-544f-450a-928b-99e19cf49b89" providerId="ADAL" clId="{FDDA6EB0-4FD6-4516-ACA5-A4CAC6441DA7}" dt="2026-04-07T20:52:33.176" v="3738" actId="6549"/>
          <ac:spMkLst>
            <pc:docMk/>
            <pc:sldMk cId="484369591" sldId="267"/>
            <ac:spMk id="2" creationId="{21147980-DD4D-62AC-891E-3D28E800C6BE}"/>
          </ac:spMkLst>
        </pc:spChg>
        <pc:spChg chg="mod">
          <ac:chgData name="Frommer, Ian Dr. (EDU)" userId="28ca3ff0-544f-450a-928b-99e19cf49b89" providerId="ADAL" clId="{FDDA6EB0-4FD6-4516-ACA5-A4CAC6441DA7}" dt="2026-04-07T20:54:10.522" v="3820" actId="6549"/>
          <ac:spMkLst>
            <pc:docMk/>
            <pc:sldMk cId="484369591" sldId="267"/>
            <ac:spMk id="3" creationId="{EA3F820B-B866-8F6D-C413-7D4B7E0BB492}"/>
          </ac:spMkLst>
        </pc:spChg>
      </pc:sldChg>
      <pc:sldChg chg="addSp modSp new mod ord addAnim delAnim modAnim">
        <pc:chgData name="Frommer, Ian Dr. (EDU)" userId="28ca3ff0-544f-450a-928b-99e19cf49b89" providerId="ADAL" clId="{FDDA6EB0-4FD6-4516-ACA5-A4CAC6441DA7}" dt="2026-04-07T20:49:22.434" v="3581" actId="1076"/>
        <pc:sldMkLst>
          <pc:docMk/>
          <pc:sldMk cId="3099757382" sldId="268"/>
        </pc:sldMkLst>
        <pc:spChg chg="mod">
          <ac:chgData name="Frommer, Ian Dr. (EDU)" userId="28ca3ff0-544f-450a-928b-99e19cf49b89" providerId="ADAL" clId="{FDDA6EB0-4FD6-4516-ACA5-A4CAC6441DA7}" dt="2026-04-07T20:47:53.030" v="3530" actId="313"/>
          <ac:spMkLst>
            <pc:docMk/>
            <pc:sldMk cId="3099757382" sldId="268"/>
            <ac:spMk id="2" creationId="{4CBDF0ED-1FE9-146D-D05E-2975412CD721}"/>
          </ac:spMkLst>
        </pc:spChg>
        <pc:spChg chg="mod">
          <ac:chgData name="Frommer, Ian Dr. (EDU)" userId="28ca3ff0-544f-450a-928b-99e19cf49b89" providerId="ADAL" clId="{FDDA6EB0-4FD6-4516-ACA5-A4CAC6441DA7}" dt="2026-04-07T20:48:49.764" v="3579" actId="5793"/>
          <ac:spMkLst>
            <pc:docMk/>
            <pc:sldMk cId="3099757382" sldId="268"/>
            <ac:spMk id="3" creationId="{D29CC411-3268-59D3-7F57-C910CA22B3AC}"/>
          </ac:spMkLst>
        </pc:spChg>
        <pc:picChg chg="add mod">
          <ac:chgData name="Frommer, Ian Dr. (EDU)" userId="28ca3ff0-544f-450a-928b-99e19cf49b89" providerId="ADAL" clId="{FDDA6EB0-4FD6-4516-ACA5-A4CAC6441DA7}" dt="2026-04-07T20:49:22.434" v="3581" actId="1076"/>
          <ac:picMkLst>
            <pc:docMk/>
            <pc:sldMk cId="3099757382" sldId="268"/>
            <ac:picMk id="4" creationId="{939AB7FA-9066-4A7C-B46D-385F093B9BBC}"/>
          </ac:picMkLst>
        </pc:picChg>
      </pc:sldChg>
      <pc:sldChg chg="addSp delSp modSp new mod ord">
        <pc:chgData name="Frommer, Ian Dr. (EDU)" userId="28ca3ff0-544f-450a-928b-99e19cf49b89" providerId="ADAL" clId="{FDDA6EB0-4FD6-4516-ACA5-A4CAC6441DA7}" dt="2026-04-07T19:51:23.152" v="2578" actId="14100"/>
        <pc:sldMkLst>
          <pc:docMk/>
          <pc:sldMk cId="1576993430" sldId="269"/>
        </pc:sldMkLst>
        <pc:spChg chg="del mod">
          <ac:chgData name="Frommer, Ian Dr. (EDU)" userId="28ca3ff0-544f-450a-928b-99e19cf49b89" providerId="ADAL" clId="{FDDA6EB0-4FD6-4516-ACA5-A4CAC6441DA7}" dt="2026-04-07T19:51:13.536" v="2573" actId="478"/>
          <ac:spMkLst>
            <pc:docMk/>
            <pc:sldMk cId="1576993430" sldId="269"/>
            <ac:spMk id="2" creationId="{BC892820-032F-F8C9-4770-77888717719C}"/>
          </ac:spMkLst>
        </pc:spChg>
        <pc:spChg chg="mod">
          <ac:chgData name="Frommer, Ian Dr. (EDU)" userId="28ca3ff0-544f-450a-928b-99e19cf49b89" providerId="ADAL" clId="{FDDA6EB0-4FD6-4516-ACA5-A4CAC6441DA7}" dt="2026-04-07T19:51:23.152" v="2578" actId="14100"/>
          <ac:spMkLst>
            <pc:docMk/>
            <pc:sldMk cId="1576993430" sldId="269"/>
            <ac:spMk id="3" creationId="{191D4527-D19D-8D7C-E81D-EBCD2143872A}"/>
          </ac:spMkLst>
        </pc:spChg>
        <pc:spChg chg="add del mod">
          <ac:chgData name="Frommer, Ian Dr. (EDU)" userId="28ca3ff0-544f-450a-928b-99e19cf49b89" providerId="ADAL" clId="{FDDA6EB0-4FD6-4516-ACA5-A4CAC6441DA7}" dt="2026-04-07T19:51:13.536" v="2575"/>
          <ac:spMkLst>
            <pc:docMk/>
            <pc:sldMk cId="1576993430" sldId="269"/>
            <ac:spMk id="7" creationId="{36071EB3-4AF1-CA77-C005-14758FB54C44}"/>
          </ac:spMkLst>
        </pc:spChg>
        <pc:picChg chg="add mod modCrop">
          <ac:chgData name="Frommer, Ian Dr. (EDU)" userId="28ca3ff0-544f-450a-928b-99e19cf49b89" providerId="ADAL" clId="{FDDA6EB0-4FD6-4516-ACA5-A4CAC6441DA7}" dt="2026-04-07T19:50:21.905" v="2510" actId="1076"/>
          <ac:picMkLst>
            <pc:docMk/>
            <pc:sldMk cId="1576993430" sldId="269"/>
            <ac:picMk id="4" creationId="{94BD3BB7-0236-2DEA-8054-7EC18679E108}"/>
          </ac:picMkLst>
        </pc:picChg>
        <pc:picChg chg="add mod modCrop">
          <ac:chgData name="Frommer, Ian Dr. (EDU)" userId="28ca3ff0-544f-450a-928b-99e19cf49b89" providerId="ADAL" clId="{FDDA6EB0-4FD6-4516-ACA5-A4CAC6441DA7}" dt="2026-04-07T19:50:18.819" v="2509" actId="1076"/>
          <ac:picMkLst>
            <pc:docMk/>
            <pc:sldMk cId="1576993430" sldId="269"/>
            <ac:picMk id="5" creationId="{0BAE71E9-12E2-FB71-1EFD-62120E336584}"/>
          </ac:picMkLst>
        </pc:picChg>
        <pc:picChg chg="add del mod modCrop">
          <ac:chgData name="Frommer, Ian Dr. (EDU)" userId="28ca3ff0-544f-450a-928b-99e19cf49b89" providerId="ADAL" clId="{FDDA6EB0-4FD6-4516-ACA5-A4CAC6441DA7}" dt="2026-04-07T19:49:19.565" v="2500" actId="478"/>
          <ac:picMkLst>
            <pc:docMk/>
            <pc:sldMk cId="1576993430" sldId="269"/>
            <ac:picMk id="9" creationId="{3E651AE6-D6C1-721C-A728-39E5EB1D7BF9}"/>
          </ac:picMkLst>
        </pc:picChg>
      </pc:sldChg>
      <pc:sldChg chg="modSp new del mod">
        <pc:chgData name="Frommer, Ian Dr. (EDU)" userId="28ca3ff0-544f-450a-928b-99e19cf49b89" providerId="ADAL" clId="{FDDA6EB0-4FD6-4516-ACA5-A4CAC6441DA7}" dt="2026-04-07T20:15:04.265" v="3081" actId="2696"/>
        <pc:sldMkLst>
          <pc:docMk/>
          <pc:sldMk cId="2429160157" sldId="270"/>
        </pc:sldMkLst>
        <pc:spChg chg="mod">
          <ac:chgData name="Frommer, Ian Dr. (EDU)" userId="28ca3ff0-544f-450a-928b-99e19cf49b89" providerId="ADAL" clId="{FDDA6EB0-4FD6-4516-ACA5-A4CAC6441DA7}" dt="2026-04-07T20:14:32.075" v="3023" actId="21"/>
          <ac:spMkLst>
            <pc:docMk/>
            <pc:sldMk cId="2429160157" sldId="270"/>
            <ac:spMk id="3" creationId="{44540DB3-217C-BBDC-22D4-0A14DFF18C0B}"/>
          </ac:spMkLst>
        </pc:spChg>
      </pc:sldChg>
      <pc:sldChg chg="addSp delSp modSp new mod">
        <pc:chgData name="Frommer, Ian Dr. (EDU)" userId="28ca3ff0-544f-450a-928b-99e19cf49b89" providerId="ADAL" clId="{FDDA6EB0-4FD6-4516-ACA5-A4CAC6441DA7}" dt="2026-04-07T19:56:39.670" v="2834" actId="403"/>
        <pc:sldMkLst>
          <pc:docMk/>
          <pc:sldMk cId="868632874" sldId="271"/>
        </pc:sldMkLst>
        <pc:spChg chg="mod">
          <ac:chgData name="Frommer, Ian Dr. (EDU)" userId="28ca3ff0-544f-450a-928b-99e19cf49b89" providerId="ADAL" clId="{FDDA6EB0-4FD6-4516-ACA5-A4CAC6441DA7}" dt="2026-04-07T19:52:01.989" v="2586" actId="113"/>
          <ac:spMkLst>
            <pc:docMk/>
            <pc:sldMk cId="868632874" sldId="271"/>
            <ac:spMk id="2" creationId="{B81A28C1-7F8E-DB49-74D9-A4B7139A93E7}"/>
          </ac:spMkLst>
        </pc:spChg>
        <pc:spChg chg="mod">
          <ac:chgData name="Frommer, Ian Dr. (EDU)" userId="28ca3ff0-544f-450a-928b-99e19cf49b89" providerId="ADAL" clId="{FDDA6EB0-4FD6-4516-ACA5-A4CAC6441DA7}" dt="2026-04-07T19:53:34.387" v="2639" actId="21"/>
          <ac:spMkLst>
            <pc:docMk/>
            <pc:sldMk cId="868632874" sldId="271"/>
            <ac:spMk id="3" creationId="{1685C6C0-4DD1-968C-1F83-19446CF05460}"/>
          </ac:spMkLst>
        </pc:spChg>
        <pc:spChg chg="add del">
          <ac:chgData name="Frommer, Ian Dr. (EDU)" userId="28ca3ff0-544f-450a-928b-99e19cf49b89" providerId="ADAL" clId="{FDDA6EB0-4FD6-4516-ACA5-A4CAC6441DA7}" dt="2026-04-07T19:46:11.222" v="2417" actId="22"/>
          <ac:spMkLst>
            <pc:docMk/>
            <pc:sldMk cId="868632874" sldId="271"/>
            <ac:spMk id="5" creationId="{F4941458-E77C-5885-9FD7-3A6E9074604B}"/>
          </ac:spMkLst>
        </pc:spChg>
        <pc:spChg chg="add mod">
          <ac:chgData name="Frommer, Ian Dr. (EDU)" userId="28ca3ff0-544f-450a-928b-99e19cf49b89" providerId="ADAL" clId="{FDDA6EB0-4FD6-4516-ACA5-A4CAC6441DA7}" dt="2026-04-07T19:56:39.670" v="2834" actId="403"/>
          <ac:spMkLst>
            <pc:docMk/>
            <pc:sldMk cId="868632874" sldId="271"/>
            <ac:spMk id="8" creationId="{55D53285-D7C6-3E78-5E67-B34A17851750}"/>
          </ac:spMkLst>
        </pc:spChg>
        <pc:graphicFrameChg chg="add mod modGraphic">
          <ac:chgData name="Frommer, Ian Dr. (EDU)" userId="28ca3ff0-544f-450a-928b-99e19cf49b89" providerId="ADAL" clId="{FDDA6EB0-4FD6-4516-ACA5-A4CAC6441DA7}" dt="2026-04-07T19:55:18.113" v="2666" actId="6549"/>
          <ac:graphicFrameMkLst>
            <pc:docMk/>
            <pc:sldMk cId="868632874" sldId="271"/>
            <ac:graphicFrameMk id="6" creationId="{4F5D71A9-0551-8D7F-61E2-95D648132E7C}"/>
          </ac:graphicFrameMkLst>
        </pc:graphicFrameChg>
      </pc:sldChg>
      <pc:sldChg chg="addSp delSp modSp new del mod">
        <pc:chgData name="Frommer, Ian Dr. (EDU)" userId="28ca3ff0-544f-450a-928b-99e19cf49b89" providerId="ADAL" clId="{FDDA6EB0-4FD6-4516-ACA5-A4CAC6441DA7}" dt="2026-04-07T20:39:31.500" v="3205" actId="47"/>
        <pc:sldMkLst>
          <pc:docMk/>
          <pc:sldMk cId="3324866117" sldId="272"/>
        </pc:sldMkLst>
        <pc:spChg chg="mod">
          <ac:chgData name="Frommer, Ian Dr. (EDU)" userId="28ca3ff0-544f-450a-928b-99e19cf49b89" providerId="ADAL" clId="{FDDA6EB0-4FD6-4516-ACA5-A4CAC6441DA7}" dt="2026-04-07T20:28:49.041" v="3088"/>
          <ac:spMkLst>
            <pc:docMk/>
            <pc:sldMk cId="3324866117" sldId="272"/>
            <ac:spMk id="3" creationId="{E36C959D-D092-49D6-AFA0-9A62C3914EDC}"/>
          </ac:spMkLst>
        </pc:spChg>
        <pc:spChg chg="add del mod">
          <ac:chgData name="Frommer, Ian Dr. (EDU)" userId="28ca3ff0-544f-450a-928b-99e19cf49b89" providerId="ADAL" clId="{FDDA6EB0-4FD6-4516-ACA5-A4CAC6441DA7}" dt="2026-04-07T20:35:48.855" v="3155" actId="21"/>
          <ac:spMkLst>
            <pc:docMk/>
            <pc:sldMk cId="3324866117" sldId="272"/>
            <ac:spMk id="7" creationId="{25978A42-06B3-37FA-A49A-68AD32EB3EFF}"/>
          </ac:spMkLst>
        </pc:spChg>
        <pc:picChg chg="add del mod">
          <ac:chgData name="Frommer, Ian Dr. (EDU)" userId="28ca3ff0-544f-450a-928b-99e19cf49b89" providerId="ADAL" clId="{FDDA6EB0-4FD6-4516-ACA5-A4CAC6441DA7}" dt="2026-04-07T20:35:48.855" v="3155" actId="21"/>
          <ac:picMkLst>
            <pc:docMk/>
            <pc:sldMk cId="3324866117" sldId="272"/>
            <ac:picMk id="5" creationId="{F19DFC26-6591-EA8E-0B0D-7D692DBCD904}"/>
          </ac:picMkLst>
        </pc:picChg>
      </pc:sldChg>
      <pc:sldChg chg="delSp modSp add mod">
        <pc:chgData name="Frommer, Ian Dr. (EDU)" userId="28ca3ff0-544f-450a-928b-99e19cf49b89" providerId="ADAL" clId="{FDDA6EB0-4FD6-4516-ACA5-A4CAC6441DA7}" dt="2026-04-07T20:38:32.793" v="3198" actId="1076"/>
        <pc:sldMkLst>
          <pc:docMk/>
          <pc:sldMk cId="3874555126" sldId="273"/>
        </pc:sldMkLst>
        <pc:spChg chg="mod">
          <ac:chgData name="Frommer, Ian Dr. (EDU)" userId="28ca3ff0-544f-450a-928b-99e19cf49b89" providerId="ADAL" clId="{FDDA6EB0-4FD6-4516-ACA5-A4CAC6441DA7}" dt="2026-04-07T20:32:33.010" v="3145" actId="20577"/>
          <ac:spMkLst>
            <pc:docMk/>
            <pc:sldMk cId="3874555126" sldId="273"/>
            <ac:spMk id="2" creationId="{66D6247E-D629-4A73-87FA-42CC0A010D0F}"/>
          </ac:spMkLst>
        </pc:spChg>
        <pc:spChg chg="mod">
          <ac:chgData name="Frommer, Ian Dr. (EDU)" userId="28ca3ff0-544f-450a-928b-99e19cf49b89" providerId="ADAL" clId="{FDDA6EB0-4FD6-4516-ACA5-A4CAC6441DA7}" dt="2026-04-07T20:36:37.760" v="3167" actId="12"/>
          <ac:spMkLst>
            <pc:docMk/>
            <pc:sldMk cId="3874555126" sldId="273"/>
            <ac:spMk id="4" creationId="{A28E56A6-1F11-FD6F-A49F-773AE72881C3}"/>
          </ac:spMkLst>
        </pc:spChg>
        <pc:picChg chg="del">
          <ac:chgData name="Frommer, Ian Dr. (EDU)" userId="28ca3ff0-544f-450a-928b-99e19cf49b89" providerId="ADAL" clId="{FDDA6EB0-4FD6-4516-ACA5-A4CAC6441DA7}" dt="2026-04-07T20:35:36.692" v="3153" actId="478"/>
          <ac:picMkLst>
            <pc:docMk/>
            <pc:sldMk cId="3874555126" sldId="273"/>
            <ac:picMk id="5" creationId="{94EF2BD5-D244-051B-E580-A6E6763D87F4}"/>
          </ac:picMkLst>
        </pc:picChg>
        <pc:picChg chg="mod">
          <ac:chgData name="Frommer, Ian Dr. (EDU)" userId="28ca3ff0-544f-450a-928b-99e19cf49b89" providerId="ADAL" clId="{FDDA6EB0-4FD6-4516-ACA5-A4CAC6441DA7}" dt="2026-04-07T20:38:32.793" v="3198" actId="1076"/>
          <ac:picMkLst>
            <pc:docMk/>
            <pc:sldMk cId="3874555126" sldId="273"/>
            <ac:picMk id="7" creationId="{E21C3230-89E7-5B16-C982-3501B614E726}"/>
          </ac:picMkLst>
        </pc:picChg>
        <pc:picChg chg="mod">
          <ac:chgData name="Frommer, Ian Dr. (EDU)" userId="28ca3ff0-544f-450a-928b-99e19cf49b89" providerId="ADAL" clId="{FDDA6EB0-4FD6-4516-ACA5-A4CAC6441DA7}" dt="2026-04-07T20:38:31.326" v="3197" actId="1076"/>
          <ac:picMkLst>
            <pc:docMk/>
            <pc:sldMk cId="3874555126" sldId="273"/>
            <ac:picMk id="9" creationId="{8CB26998-F42C-0D92-1A58-51EB160BA8FD}"/>
          </ac:picMkLst>
        </pc:picChg>
        <pc:picChg chg="del">
          <ac:chgData name="Frommer, Ian Dr. (EDU)" userId="28ca3ff0-544f-450a-928b-99e19cf49b89" providerId="ADAL" clId="{FDDA6EB0-4FD6-4516-ACA5-A4CAC6441DA7}" dt="2026-04-07T20:35:38.693" v="3154" actId="478"/>
          <ac:picMkLst>
            <pc:docMk/>
            <pc:sldMk cId="3874555126" sldId="273"/>
            <ac:picMk id="11" creationId="{0834A9CC-D207-E902-ADE9-2116A96112EC}"/>
          </ac:picMkLst>
        </pc:picChg>
      </pc:sldChg>
      <pc:sldChg chg="modSp new mod">
        <pc:chgData name="Frommer, Ian Dr. (EDU)" userId="28ca3ff0-544f-450a-928b-99e19cf49b89" providerId="ADAL" clId="{FDDA6EB0-4FD6-4516-ACA5-A4CAC6441DA7}" dt="2026-04-08T12:58:45.984" v="4153" actId="20577"/>
        <pc:sldMkLst>
          <pc:docMk/>
          <pc:sldMk cId="603119532" sldId="274"/>
        </pc:sldMkLst>
        <pc:spChg chg="mod">
          <ac:chgData name="Frommer, Ian Dr. (EDU)" userId="28ca3ff0-544f-450a-928b-99e19cf49b89" providerId="ADAL" clId="{FDDA6EB0-4FD6-4516-ACA5-A4CAC6441DA7}" dt="2026-04-08T12:58:45.984" v="4153" actId="20577"/>
          <ac:spMkLst>
            <pc:docMk/>
            <pc:sldMk cId="603119532" sldId="274"/>
            <ac:spMk id="2" creationId="{92603C99-FA66-E267-1014-DC71C5885711}"/>
          </ac:spMkLst>
        </pc:spChg>
        <pc:spChg chg="mod">
          <ac:chgData name="Frommer, Ian Dr. (EDU)" userId="28ca3ff0-544f-450a-928b-99e19cf49b89" providerId="ADAL" clId="{FDDA6EB0-4FD6-4516-ACA5-A4CAC6441DA7}" dt="2026-04-08T12:58:39.816" v="4129" actId="20577"/>
          <ac:spMkLst>
            <pc:docMk/>
            <pc:sldMk cId="603119532" sldId="274"/>
            <ac:spMk id="3" creationId="{937FECDB-2558-CE50-EF5F-5B0702E741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44322F-F333-457F-A6BF-7011B00D0C2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298C6-EF30-45BA-835F-C88A3E2E4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06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/>
              <a:t>and more: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Camera calibration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Stereo vision / depth estimation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filtering (advanced kernels)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Morphological operations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Template matching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298C6-EF30-45BA-835F-C88A3E2E44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10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47B9-03C6-025F-AE3F-35DEE8240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ED53E-1C1A-8A7C-814F-CDF984695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60475-ADCD-3874-4A2C-C045262E4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/>
              <a:t>and more: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filtering (advanced kernels)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Morphological operations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Template matching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0F0F2-9EC1-8E10-16D1-9C08930CD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298C6-EF30-45BA-835F-C88A3E2E44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93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based in part on the following, see them for more information: </a:t>
            </a:r>
          </a:p>
          <a:p>
            <a:r>
              <a:rPr lang="en-US"/>
              <a:t>https://docs.opencv.org/4.x/df/d54/tutorial_py_features_meaning.html</a:t>
            </a:r>
          </a:p>
          <a:p>
            <a:r>
              <a:rPr lang="en-US"/>
              <a:t>https://www.geeksforgeeks.org/computer-vision/feature-extraction-and-image-classification-using-opencv/</a:t>
            </a:r>
          </a:p>
          <a:p>
            <a:r>
              <a:rPr lang="en-US"/>
              <a:t>https://docs.opencv.org/4.x/db/d27/tutorial_py_table_of_contents_feature2d.html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298C6-EF30-45BA-835F-C88A3E2E44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21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FE040-1E03-7FC8-10A8-4B2FD3BC2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243E3-ABC1-7F8B-6F23-A75A9046F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E3B41-9E62-776E-9FA6-75FEF8CDC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CDCF-E259-41E7-AE7F-451555ABE7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3165B-5C85-9678-3386-8C7B44C6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664D7-A8D4-08EB-1CD9-666A08FB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87FE-308E-4DCE-9E73-887EDD41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02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A789-0E83-EF7A-5A99-9AA6D8C32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D1E2C-AC31-CD79-C704-9DD3F88DE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24ACC-3CB1-730D-001E-52630BA27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CDCF-E259-41E7-AE7F-451555ABE7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13E19-09F7-1D29-A90A-96FA8F30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24B47-6302-307D-C084-ED747D056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87FE-308E-4DCE-9E73-887EDD41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08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026C-3D52-2D3C-DAC8-2B1BE8842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A7F16-EA8C-FF20-1B2C-DAE85427B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DD047-8118-2963-8BF5-6FEEFA2A0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CDCF-E259-41E7-AE7F-451555ABE7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2EAF2-044A-D598-E45E-8DA23AF64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7337E-4E48-8326-6645-CBE7A00F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87FE-308E-4DCE-9E73-887EDD41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8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17DDB-E2BE-7B97-ABFF-60E9E59F6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DAC99-20DB-7BE1-4651-D97078484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BD7E73-212A-B12F-FA5B-2F859B644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21604-0E5B-D1B8-5B1F-243FA631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CDCF-E259-41E7-AE7F-451555ABE7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60916-0D94-E3B9-DEF1-0139B9E10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CCBCA-B164-AE9C-F6B5-70AB9D367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87FE-308E-4DCE-9E73-887EDD41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36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A905-F614-25F6-9941-783A0CFA2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4F1E6-7DA5-0D62-7516-87EE64C03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4D3DF-60BC-53DC-A64C-9FD8C5004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69686-4DE7-F072-B8B0-796FCA8E5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AC150-4F9D-4075-E47A-59D174ABC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3599C6-6B63-7AD5-6EE5-7F0DCEACF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CDCF-E259-41E7-AE7F-451555ABE7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EFD57-0A6F-148A-1FF3-473223DA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900804-FE1A-B3C1-3AB3-B5C4F004A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87FE-308E-4DCE-9E73-887EDD41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15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770A-C95B-2016-B48C-72DDC8DBC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C1AAA2-4500-CA0E-34F4-8DB26D984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CDCF-E259-41E7-AE7F-451555ABE7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701FF0-9DDC-C4BE-05D1-CB8566212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494F3-D2F6-675B-3450-8C0D89A9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87FE-308E-4DCE-9E73-887EDD41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0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080B3A-459F-786E-75C9-C22234122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CDCF-E259-41E7-AE7F-451555ABE7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146062-F264-9F57-9F22-00080143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D6D61-538E-F4C5-1453-F46629CB2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87FE-308E-4DCE-9E73-887EDD41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3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D1681-E62D-73CE-2E57-212BBE799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3D292-57C0-F9C8-01FD-8EA570D5F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0AA04-2380-DB2E-539D-3B52EB4D2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35690-D914-F233-CCFB-D0BD718E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CDCF-E259-41E7-AE7F-451555ABE7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37086-04D7-4BB2-905C-5DFF5472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4CA4F-8644-5672-DFBD-4FA5F66E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87FE-308E-4DCE-9E73-887EDD41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6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3E41-BF83-8182-7F93-B64CD9393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E7C88D-DB70-B623-D661-7BFC2949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B6A64-02FD-0468-736E-5783A70DB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51604-7FC5-CC41-78D1-717D2940B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CDCF-E259-41E7-AE7F-451555ABE7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2EFD3-3D83-3FE3-FDC3-B958652C7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01711-F429-24EF-2DB2-9B0E8457F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87FE-308E-4DCE-9E73-887EDD41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74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968A8-B5A9-605E-210B-7D72030A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35CBE-C0BC-45CC-FCFD-A3ADC4048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D1840-206E-21DD-3D01-DAA20AE57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CDCF-E259-41E7-AE7F-451555ABE7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47EED-1874-CBFA-F97D-ECEB24127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12148-294C-5EB7-2EF0-83FE5DF0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87FE-308E-4DCE-9E73-887EDD41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05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4F3102-D4E8-3709-0F93-AD6360136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7B2E16-AA53-5FB6-D008-47109DE1A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94D7-E530-C0F3-C424-83AFC42E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CDCF-E259-41E7-AE7F-451555ABE7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FEA3F-0E5C-7474-D56D-0B69675D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9F80F-5A7E-DC95-39B4-BE25F42C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87FE-308E-4DCE-9E73-887EDD41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6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C9D769-5D2C-4F78-5C7B-0FDAE677F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71131-7158-DA2A-B3FC-6C93802FE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EF069-CA73-677E-CD17-EB62F7456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4CDCF-E259-41E7-AE7F-451555ABE77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9D38E-F28C-BDB3-0CF5-36FA949DD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E63C-24B0-F935-8F24-2160CDD9B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287FE-308E-4DCE-9E73-887EDD41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0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cv.org/4.x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cv.org/4.x/d9/df8/tutorial_root.html" TargetMode="External"/><Relationship Id="rId2" Type="http://schemas.openxmlformats.org/officeDocument/2006/relationships/hyperlink" Target="https://docs.opencv.org/4.x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pencv.org/4.x/db/d27/tutorial_py_table_of_contents_feature2d.html" TargetMode="External"/><Relationship Id="rId5" Type="http://schemas.openxmlformats.org/officeDocument/2006/relationships/hyperlink" Target="https://www.geeksforgeeks.org/computer-vision/feature-extraction-and-image-classification-using-opencv/" TargetMode="External"/><Relationship Id="rId4" Type="http://schemas.openxmlformats.org/officeDocument/2006/relationships/hyperlink" Target="https://docs.opencv.org/4.x/df/d54/tutorial_py_features_meaning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A7C2-D055-E425-FACB-2B019C2C0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661" y="2630754"/>
            <a:ext cx="9144000" cy="1213551"/>
          </a:xfrm>
        </p:spPr>
        <p:txBody>
          <a:bodyPr/>
          <a:lstStyle/>
          <a:p>
            <a:r>
              <a:rPr lang="en-US"/>
              <a:t>OpenCV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548B22-61F4-9DCF-E313-2F4864975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093" y="4377963"/>
            <a:ext cx="2058756" cy="2022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9EB5F1-6B08-4114-A3E6-899F97B9F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626" y="301483"/>
            <a:ext cx="3277484" cy="33098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1027E8-62FE-6BA8-4248-86400731E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03" y="4735583"/>
            <a:ext cx="4387459" cy="1120489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A4B8C54-6830-64ED-FE4A-09DD3D5F1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171" y="675254"/>
            <a:ext cx="2199937" cy="195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333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F55732-793B-F909-D28F-6AA8A26694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03" t="30884" b="-1485"/>
          <a:stretch>
            <a:fillRect/>
          </a:stretch>
        </p:blipFill>
        <p:spPr>
          <a:xfrm>
            <a:off x="4804053" y="772099"/>
            <a:ext cx="7387947" cy="59552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71764A-A54C-86B6-FDF3-4514C512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3" y="130666"/>
            <a:ext cx="10515600" cy="1122666"/>
          </a:xfrm>
        </p:spPr>
        <p:txBody>
          <a:bodyPr/>
          <a:lstStyle/>
          <a:p>
            <a:r>
              <a:rPr lang="en-US" b="1"/>
              <a:t>OpenCV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9A45B-5142-4CEA-627E-624576DEB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2" y="1253331"/>
            <a:ext cx="4982567" cy="4351338"/>
          </a:xfrm>
        </p:spPr>
        <p:txBody>
          <a:bodyPr/>
          <a:lstStyle/>
          <a:p>
            <a:r>
              <a:rPr lang="en-US"/>
              <a:t>open-source library for real-time computer vision processing</a:t>
            </a:r>
          </a:p>
          <a:p>
            <a:r>
              <a:rPr lang="en-US"/>
              <a:t>main modules </a:t>
            </a:r>
            <a:r>
              <a:rPr lang="en-US" sz="2400"/>
              <a:t>(from </a:t>
            </a:r>
            <a:r>
              <a:rPr lang="en-US" sz="2400">
                <a:hlinkClick r:id="rId3"/>
              </a:rPr>
              <a:t>https://docs.opencv.org/4.x/</a:t>
            </a:r>
            <a:r>
              <a:rPr lang="en-US" sz="2400"/>
              <a:t>): 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3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D4527-D19D-8D7C-E81D-EBCD21438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923" y="1063625"/>
            <a:ext cx="3727939" cy="265259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Loads of </a:t>
            </a:r>
            <a:r>
              <a:rPr lang="en-US" b="1"/>
              <a:t>tutorials</a:t>
            </a:r>
            <a:r>
              <a:rPr lang="en-US"/>
              <a:t> are available from opencv.org – </a:t>
            </a:r>
          </a:p>
          <a:p>
            <a:pPr marL="0" indent="0">
              <a:buNone/>
            </a:pPr>
            <a:r>
              <a:rPr lang="en-US" sz="2400"/>
              <a:t>https://docs.opencv.org/4.x/d9/df8/tutorial_root.html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E71E9-12E2-FB71-1EFD-62120E3365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035" b="62803"/>
          <a:stretch>
            <a:fillRect/>
          </a:stretch>
        </p:blipFill>
        <p:spPr>
          <a:xfrm>
            <a:off x="4651808" y="761291"/>
            <a:ext cx="6585311" cy="2111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BD3BB7-0236-2DEA-8054-7EC18679E1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18" t="39739"/>
          <a:stretch>
            <a:fillRect/>
          </a:stretch>
        </p:blipFill>
        <p:spPr>
          <a:xfrm>
            <a:off x="4965700" y="3008188"/>
            <a:ext cx="5780580" cy="342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93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28C1-7F8E-DB49-74D9-A4B7139A9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OpenCV vs PIL (Pillow)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5C6C0-4DD1-968C-1F83-19446CF05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/>
          </a:p>
          <a:p>
            <a:endParaRPr lang="en-US" b="1"/>
          </a:p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5D71A9-0551-8D7F-61E2-95D648132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231625"/>
              </p:ext>
            </p:extLst>
          </p:nvPr>
        </p:nvGraphicFramePr>
        <p:xfrm>
          <a:off x="941753" y="1825624"/>
          <a:ext cx="9796584" cy="2115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3878">
                  <a:extLst>
                    <a:ext uri="{9D8B030D-6E8A-4147-A177-3AD203B41FA5}">
                      <a16:colId xmlns:a16="http://schemas.microsoft.com/office/drawing/2014/main" val="4028875119"/>
                    </a:ext>
                  </a:extLst>
                </a:gridCol>
                <a:gridCol w="5240215">
                  <a:extLst>
                    <a:ext uri="{9D8B030D-6E8A-4147-A177-3AD203B41FA5}">
                      <a16:colId xmlns:a16="http://schemas.microsoft.com/office/drawing/2014/main" val="3694629205"/>
                    </a:ext>
                  </a:extLst>
                </a:gridCol>
                <a:gridCol w="2942491">
                  <a:extLst>
                    <a:ext uri="{9D8B030D-6E8A-4147-A177-3AD203B41FA5}">
                      <a16:colId xmlns:a16="http://schemas.microsoft.com/office/drawing/2014/main" val="3497146024"/>
                    </a:ext>
                  </a:extLst>
                </a:gridCol>
              </a:tblGrid>
              <a:tr h="469420">
                <a:tc>
                  <a:txBody>
                    <a:bodyPr/>
                    <a:lstStyle/>
                    <a:p>
                      <a:r>
                        <a:rPr lang="en-US" sz="2400" b="1"/>
                        <a:t>Library</a:t>
                      </a:r>
                      <a:endParaRPr 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Best for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Mindset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538549"/>
                  </a:ext>
                </a:extLst>
              </a:tr>
              <a:tr h="8102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/>
                        <a:t>PIL (Pillow)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 simple image manipulation and I/O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operate on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861793"/>
                  </a:ext>
                </a:extLst>
              </a:tr>
              <a:tr h="8102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/>
                        <a:t>OpenCV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advanced computer vision and image processing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"understand"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03007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5D53285-D7C6-3E78-5E67-B34A17851750}"/>
              </a:ext>
            </a:extLst>
          </p:cNvPr>
          <p:cNvSpPr txBox="1"/>
          <p:nvPr/>
        </p:nvSpPr>
        <p:spPr>
          <a:xfrm>
            <a:off x="838199" y="4299411"/>
            <a:ext cx="9126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There is overlap, each library can do some of what the other is known for (e.g. OpenCV can also do simple image manipulation).</a:t>
            </a:r>
          </a:p>
        </p:txBody>
      </p:sp>
    </p:spTree>
    <p:extLst>
      <p:ext uri="{BB962C8B-B14F-4D97-AF65-F5344CB8AC3E}">
        <p14:creationId xmlns:p14="http://schemas.microsoft.com/office/powerpoint/2010/main" val="868632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FE670-6783-F4C9-0671-8624BE8C0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29956"/>
            <a:ext cx="10996246" cy="1325563"/>
          </a:xfrm>
        </p:spPr>
        <p:txBody>
          <a:bodyPr/>
          <a:lstStyle/>
          <a:p>
            <a:r>
              <a:rPr lang="en-US"/>
              <a:t>Some OpenCV Capabilities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E825BD-A491-3EA3-24BA-648B4AED9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54639"/>
            <a:ext cx="111252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/>
              <a:t>These are some of the things OpenCV can do (or do better) than Pillow: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Detection </a:t>
            </a:r>
            <a:r>
              <a:rPr lang="en-US" altLang="en-US"/>
              <a:t>of edges, contours, objects and other features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Image segmentation </a:t>
            </a:r>
            <a:r>
              <a:rPr lang="en-US" altLang="en-US"/>
              <a:t>/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thresholding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Separate foreground/background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Turn images into regions </a:t>
            </a:r>
            <a:r>
              <a:rPr lang="en-US" altLang="en-US" sz="2000"/>
              <a:t>e.g. this is the sky, don’t look for boats here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Geometric transformations (perspective,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/>
              <a:t> 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homography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AC499AE-73CF-FD2C-F2E1-2C2B95192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9109" y="178816"/>
            <a:ext cx="964744" cy="8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FAEBC1-A456-1526-75F0-32EFE729E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6601" y="2017420"/>
            <a:ext cx="1287252" cy="13255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9DFC26-6591-EA8E-0B0D-7D692DBCD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0902" y="4519658"/>
            <a:ext cx="4003897" cy="21595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978A42-06B3-37FA-A49A-68AD32EB3EFF}"/>
              </a:ext>
            </a:extLst>
          </p:cNvPr>
          <p:cNvSpPr txBox="1"/>
          <p:nvPr/>
        </p:nvSpPr>
        <p:spPr>
          <a:xfrm>
            <a:off x="6314454" y="6039967"/>
            <a:ext cx="2598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>
                <a:latin typeface="CMR10"/>
              </a:rPr>
              <a:t>from 2025 Computer Vision Capstone</a:t>
            </a:r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C2030A-2E96-C258-22FA-3E0C89F375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3918" y="3042103"/>
            <a:ext cx="2327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55E91-0E58-63A3-2A5F-0477C83B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6247E-D629-4A73-87FA-42CC0A010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29956"/>
            <a:ext cx="10996246" cy="1325563"/>
          </a:xfrm>
        </p:spPr>
        <p:txBody>
          <a:bodyPr/>
          <a:lstStyle/>
          <a:p>
            <a:r>
              <a:rPr lang="en-US"/>
              <a:t>More OpenCV Capabilities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8E56A6-1F11-FD6F-A49F-773AE72881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6154" y="1409864"/>
            <a:ext cx="111252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/>
              <a:t>Drawing onto images of lines, rectangles, circles, text, etc.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Motion detection / optical flow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Video capture and processing (e.g., w</a:t>
            </a:r>
            <a:r>
              <a:rPr lang="en-US" altLang="en-US"/>
              <a:t>ebcam input , Frame-by-frame processing, 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eal-time image processing 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Camera calibration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Stereo vision / depth estimation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1C3230-89E7-5B16-C982-3501B614E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512" y="4002153"/>
            <a:ext cx="3917098" cy="22398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B26998-F42C-0D92-1A58-51EB160BA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9393" y="1409864"/>
            <a:ext cx="1460217" cy="121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55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2CA6-E9A7-B6F6-8440-74EAC4D02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OpenCV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9B302-65BD-44D9-8F41-D4FCFB839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See </a:t>
            </a:r>
            <a:r>
              <a:rPr lang="en-US">
                <a:latin typeface="Consolas" panose="020B0609020204030204" pitchFamily="49" charset="0"/>
              </a:rPr>
              <a:t>using_opencv.ipynb </a:t>
            </a:r>
            <a:r>
              <a:rPr lang="en-US"/>
              <a:t>Jupyter notebook which covers:</a:t>
            </a:r>
          </a:p>
          <a:p>
            <a:r>
              <a:rPr lang="en-US"/>
              <a:t>OpenCV basics</a:t>
            </a:r>
          </a:p>
          <a:p>
            <a:r>
              <a:rPr lang="en-US"/>
              <a:t>Intro to Feature Engineering with OpenCV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We will start with the OpenCV basics.</a:t>
            </a:r>
          </a:p>
        </p:txBody>
      </p:sp>
    </p:spTree>
    <p:extLst>
      <p:ext uri="{BB962C8B-B14F-4D97-AF65-F5344CB8AC3E}">
        <p14:creationId xmlns:p14="http://schemas.microsoft.com/office/powerpoint/2010/main" val="3856668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6D59E-FFF9-2D11-335B-AC103A049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36" y="310533"/>
            <a:ext cx="10515600" cy="1325563"/>
          </a:xfrm>
        </p:spPr>
        <p:txBody>
          <a:bodyPr/>
          <a:lstStyle/>
          <a:p>
            <a:r>
              <a:rPr lang="en-US"/>
              <a:t>Features in Images </a:t>
            </a:r>
            <a:br>
              <a:rPr lang="en-US"/>
            </a:br>
            <a:r>
              <a:rPr lang="en-US" sz="3600"/>
              <a:t>(including still images from videos)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7C906-81BA-FDAC-80AE-7525958CD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36" y="1771032"/>
            <a:ext cx="7309513" cy="4876833"/>
          </a:xfrm>
        </p:spPr>
        <p:txBody>
          <a:bodyPr>
            <a:normAutofit/>
          </a:bodyPr>
          <a:lstStyle/>
          <a:p>
            <a:r>
              <a:rPr lang="en-US"/>
              <a:t>specific visual patterns, which are unique, can be tracked and can be compared </a:t>
            </a:r>
          </a:p>
          <a:p>
            <a:r>
              <a:rPr lang="en-US"/>
              <a:t>allow us to undertake image classification, object detection, tracking, comparison, etc.</a:t>
            </a:r>
          </a:p>
          <a:p>
            <a:r>
              <a:rPr lang="en-US"/>
              <a:t>found by: </a:t>
            </a:r>
          </a:p>
          <a:p>
            <a:pPr lvl="1"/>
            <a:r>
              <a:rPr lang="en-US"/>
              <a:t>OpenCV (and other tools), extracted from the raw image data and transformed into numerical features that machine learning algorithms can work with, or</a:t>
            </a:r>
          </a:p>
          <a:p>
            <a:pPr lvl="1"/>
            <a:r>
              <a:rPr lang="en-US"/>
              <a:t>modern vision-related machine learning approaches such as convolutional neutral networks (CNNs) without human guidance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559D12-6123-14B8-E9DD-21E603309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167" y="1829306"/>
            <a:ext cx="4221708" cy="375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58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C0E95-ABC4-9E05-CAB3-875D70FD1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98C93-1BED-03FF-3D5A-D0BE35259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(image)</a:t>
            </a:r>
          </a:p>
          <a:p>
            <a:pPr marL="0" indent="0">
              <a:buNone/>
            </a:pPr>
            <a:r>
              <a:rPr lang="en-US"/>
              <a:t>   ↓</a:t>
            </a:r>
          </a:p>
          <a:p>
            <a:pPr marL="0" indent="0">
              <a:buNone/>
            </a:pPr>
            <a:r>
              <a:rPr lang="en-US"/>
              <a:t>[edges, contours, brightness, etc.]</a:t>
            </a:r>
          </a:p>
          <a:p>
            <a:pPr marL="0" indent="0">
              <a:buNone/>
            </a:pPr>
            <a:r>
              <a:rPr lang="en-US"/>
              <a:t>   ↓</a:t>
            </a:r>
          </a:p>
          <a:p>
            <a:pPr marL="0" indent="0">
              <a:buNone/>
            </a:pPr>
            <a:r>
              <a:rPr lang="en-US"/>
              <a:t>(feature vector)</a:t>
            </a:r>
          </a:p>
          <a:p>
            <a:pPr marL="0" indent="0">
              <a:buNone/>
            </a:pPr>
            <a:r>
              <a:rPr lang="en-US"/>
              <a:t>   ↓</a:t>
            </a:r>
          </a:p>
          <a:p>
            <a:pPr marL="0" indent="0">
              <a:buNone/>
            </a:pPr>
            <a:r>
              <a:rPr lang="en-US"/>
              <a:t>(model)</a:t>
            </a:r>
          </a:p>
          <a:p>
            <a:pPr marL="0" indent="0">
              <a:buNone/>
            </a:pPr>
            <a:r>
              <a:rPr lang="en-US"/>
              <a:t>   ↓</a:t>
            </a:r>
          </a:p>
          <a:p>
            <a:pPr marL="0" indent="0">
              <a:buNone/>
            </a:pPr>
            <a:r>
              <a:rPr lang="en-US"/>
              <a:t>(label)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61AFB3-2345-BD41-38EC-8B999A1DB3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775"/>
          <a:stretch>
            <a:fillRect/>
          </a:stretch>
        </p:blipFill>
        <p:spPr>
          <a:xfrm>
            <a:off x="2988860" y="4318586"/>
            <a:ext cx="4816216" cy="10360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365A06-E68F-7E07-BD8D-7D6D980E61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93"/>
          <a:stretch>
            <a:fillRect/>
          </a:stretch>
        </p:blipFill>
        <p:spPr>
          <a:xfrm rot="5400000">
            <a:off x="5201339" y="2719740"/>
            <a:ext cx="344321" cy="23988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403C58-BF65-1DCB-4A17-7B8133F9C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143" y="5489529"/>
            <a:ext cx="2281973" cy="1304836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EC5DA8B2-DDA8-F3E6-4585-10DE3EDCCE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0" r="40518" b="70555"/>
          <a:stretch>
            <a:fillRect/>
          </a:stretch>
        </p:blipFill>
        <p:spPr bwMode="auto">
          <a:xfrm>
            <a:off x="7192370" y="1825625"/>
            <a:ext cx="3302758" cy="202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53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DF0ED-1FE9-146D-D05E-2975412CD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“engineering” –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CC411-3268-59D3-7F57-C910CA22B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/>
              <a:t>Proose a feature that could help distinguish between two types of images in this image data set</a:t>
            </a:r>
          </a:p>
          <a:p>
            <a:r>
              <a:rPr lang="en-US" sz="3600"/>
              <a:t>Examples :</a:t>
            </a:r>
          </a:p>
          <a:p>
            <a:pPr lvl="1" fontAlgn="ctr"/>
            <a:r>
              <a:rPr lang="en-US" sz="3200"/>
              <a:t>number of edges </a:t>
            </a:r>
          </a:p>
          <a:p>
            <a:pPr lvl="1" fontAlgn="ctr"/>
            <a:r>
              <a:rPr lang="en-US" sz="3200"/>
              <a:t>size of largest contour </a:t>
            </a:r>
          </a:p>
          <a:p>
            <a:pPr lvl="1" fontAlgn="ctr"/>
            <a:r>
              <a:rPr lang="en-US" sz="3200"/>
              <a:t>presence of corners</a:t>
            </a:r>
          </a:p>
          <a:p>
            <a:pPr lvl="1" fontAlgn="ctr"/>
            <a:r>
              <a:rPr lang="en-US" sz="3200"/>
              <a:t>etc.</a:t>
            </a:r>
          </a:p>
          <a:p>
            <a:pPr fontAlgn="ctr"/>
            <a:r>
              <a:rPr lang="en-US" sz="3600"/>
              <a:t>OpenCV can find these for us…</a:t>
            </a:r>
          </a:p>
          <a:p>
            <a:pPr lvl="1" fontAlgn="ctr"/>
            <a:endParaRPr lang="en-US"/>
          </a:p>
          <a:p>
            <a:endParaRPr lang="en-US"/>
          </a:p>
        </p:txBody>
      </p:sp>
      <p:pic>
        <p:nvPicPr>
          <p:cNvPr id="4" name="Picture 2" descr="MNIST sample images">
            <a:extLst>
              <a:ext uri="{FF2B5EF4-FFF2-40B4-BE49-F238E27FC236}">
                <a16:creationId xmlns:a16="http://schemas.microsoft.com/office/drawing/2014/main" id="{939AB7FA-9066-4A7C-B46D-385F093B9B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360" b="46603"/>
          <a:stretch>
            <a:fillRect/>
          </a:stretch>
        </p:blipFill>
        <p:spPr bwMode="auto">
          <a:xfrm>
            <a:off x="8476783" y="3113088"/>
            <a:ext cx="2386836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75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47980-DD4D-62AC-891E-3D28E800C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OpenCV Edge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F820B-B866-8F6D-C413-7D4B7E0BB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can detect vertical, horizontal, of varying thickness, orientation, numbers of edges, by region etc.</a:t>
            </a:r>
          </a:p>
          <a:p>
            <a:r>
              <a:rPr lang="en-US"/>
              <a:t>common feature extraction technique used by OpenCV is the </a:t>
            </a:r>
            <a:r>
              <a:rPr lang="en-US" b="1"/>
              <a:t>Canny </a:t>
            </a:r>
            <a:r>
              <a:rPr lang="en-US"/>
              <a:t>algorithm</a:t>
            </a:r>
            <a:endParaRPr lang="en-US" i="1"/>
          </a:p>
          <a:p>
            <a:r>
              <a:rPr lang="en-US"/>
              <a:t>See </a:t>
            </a:r>
            <a:r>
              <a:rPr lang="en-US">
                <a:latin typeface="Consolas" panose="020B0609020204030204" pitchFamily="49" charset="0"/>
              </a:rPr>
              <a:t>using_opencv.ipynb </a:t>
            </a:r>
            <a:r>
              <a:rPr lang="en-US"/>
              <a:t>Jupyter notebook “Image Features” section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69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8065B-10FF-03E9-15C8-24198CD14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Convolutional Neural Network (CNN) and Feature Discovery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6E96D-02F9-4491-652E-7F4E88D90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Has multiple layers, learning higher order constructs as you move up:</a:t>
            </a:r>
          </a:p>
          <a:p>
            <a:r>
              <a:rPr lang="en-US"/>
              <a:t>Early layers learn: </a:t>
            </a:r>
          </a:p>
          <a:p>
            <a:pPr lvl="1"/>
            <a:r>
              <a:rPr lang="en-US"/>
              <a:t>edges </a:t>
            </a:r>
          </a:p>
          <a:p>
            <a:pPr lvl="1"/>
            <a:r>
              <a:rPr lang="en-US"/>
              <a:t>gradients </a:t>
            </a:r>
          </a:p>
          <a:p>
            <a:r>
              <a:rPr lang="en-US"/>
              <a:t>Middle layers learn: </a:t>
            </a:r>
          </a:p>
          <a:p>
            <a:pPr lvl="1"/>
            <a:r>
              <a:rPr lang="en-US"/>
              <a:t>textures </a:t>
            </a:r>
          </a:p>
          <a:p>
            <a:pPr lvl="1"/>
            <a:r>
              <a:rPr lang="en-US"/>
              <a:t>patterns </a:t>
            </a:r>
          </a:p>
          <a:p>
            <a:r>
              <a:rPr lang="en-US"/>
              <a:t>Later layers learn: </a:t>
            </a:r>
          </a:p>
          <a:p>
            <a:pPr lvl="1"/>
            <a:r>
              <a:rPr lang="en-US"/>
              <a:t>parts of objects (eyes, wheels, etc.)</a:t>
            </a:r>
          </a:p>
          <a:p>
            <a:pPr lvl="1"/>
            <a:endParaRPr lang="en-US"/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02917A-2DD6-8D70-FB81-CCE4CDBBA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481" y="2392506"/>
            <a:ext cx="5627425" cy="26187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4706EF-A5E3-909D-74B3-491275875E47}"/>
              </a:ext>
            </a:extLst>
          </p:cNvPr>
          <p:cNvSpPr txBox="1"/>
          <p:nvPr/>
        </p:nvSpPr>
        <p:spPr>
          <a:xfrm>
            <a:off x="7001301" y="5146146"/>
            <a:ext cx="4732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https://cs.brown.edu/courses/csci1430/2024_Spring/hw5_cnns/</a:t>
            </a:r>
          </a:p>
        </p:txBody>
      </p:sp>
    </p:spTree>
    <p:extLst>
      <p:ext uri="{BB962C8B-B14F-4D97-AF65-F5344CB8AC3E}">
        <p14:creationId xmlns:p14="http://schemas.microsoft.com/office/powerpoint/2010/main" val="2242402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06332-5083-D291-4C17-AEC11BB5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Manual Feature Extraction Could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9DBC0-B277-968C-6EA9-25A7B767E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Limited data</a:t>
            </a:r>
            <a:r>
              <a:rPr lang="en-US"/>
              <a:t>– not enough data for the model to learn from it</a:t>
            </a:r>
          </a:p>
          <a:p>
            <a:r>
              <a:rPr lang="en-US" b="1"/>
              <a:t>Very specific and strong domain knowledge </a:t>
            </a:r>
            <a:r>
              <a:rPr lang="en-US"/>
              <a:t>– e.g. a specific shape matters a lot</a:t>
            </a:r>
          </a:p>
          <a:p>
            <a:r>
              <a:rPr lang="en-US" b="1"/>
              <a:t>Interpretability </a:t>
            </a:r>
            <a:r>
              <a:rPr lang="en-US"/>
              <a:t>– one can explain what the model is using as features, becoming increasingly important – “trustworthy AI”</a:t>
            </a:r>
          </a:p>
          <a:p>
            <a:r>
              <a:rPr lang="en-US" b="1"/>
              <a:t>Preprocessing </a:t>
            </a:r>
            <a:r>
              <a:rPr lang="en-US"/>
              <a:t>– can speed the model up</a:t>
            </a:r>
          </a:p>
        </p:txBody>
      </p:sp>
    </p:spTree>
    <p:extLst>
      <p:ext uri="{BB962C8B-B14F-4D97-AF65-F5344CB8AC3E}">
        <p14:creationId xmlns:p14="http://schemas.microsoft.com/office/powerpoint/2010/main" val="2377202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03C99-FA66-E267-1014-DC71C588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 more on OpenCV and Feature Engineering check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FECDB-2558-CE50-EF5F-5B0702E74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https://docs.opencv.org/4.x/</a:t>
            </a:r>
            <a:endParaRPr lang="en-US"/>
          </a:p>
          <a:p>
            <a:r>
              <a:rPr lang="en-US">
                <a:hlinkClick r:id="rId3"/>
              </a:rPr>
              <a:t>https://docs.opencv.org/4.x/d9/df8/tutorial_root.html</a:t>
            </a:r>
            <a:endParaRPr lang="en-US"/>
          </a:p>
          <a:p>
            <a:r>
              <a:rPr lang="en-US">
                <a:hlinkClick r:id="rId4"/>
              </a:rPr>
              <a:t>https://docs.opencv.org/4.x/df/d54/tutorial_py_features_meaning.html</a:t>
            </a:r>
            <a:endParaRPr lang="en-US"/>
          </a:p>
          <a:p>
            <a:r>
              <a:rPr lang="en-US">
                <a:hlinkClick r:id="rId5"/>
              </a:rPr>
              <a:t>https://www.geeksforgeeks.org/computer-vision/feature-extraction-and-image-classification-using-opencv/</a:t>
            </a:r>
            <a:endParaRPr lang="en-US"/>
          </a:p>
          <a:p>
            <a:r>
              <a:rPr lang="en-US">
                <a:hlinkClick r:id="rId6"/>
              </a:rPr>
              <a:t>https://docs.opencv.org/4.x/db/d27/tutorial_py_table_of_contents_feature2d.html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19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2421</TotalTime>
  <Words>831</Words>
  <Application>Microsoft Office PowerPoint</Application>
  <PresentationFormat>Widescreen</PresentationFormat>
  <Paragraphs>112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CMR10</vt:lpstr>
      <vt:lpstr>Consolas</vt:lpstr>
      <vt:lpstr>Office Theme</vt:lpstr>
      <vt:lpstr>OpenCV</vt:lpstr>
      <vt:lpstr>OpenCV</vt:lpstr>
      <vt:lpstr>PowerPoint Presentation</vt:lpstr>
      <vt:lpstr>OpenCV vs PIL (Pillow)</vt:lpstr>
      <vt:lpstr>Some OpenCV Capabilities</vt:lpstr>
      <vt:lpstr>More OpenCV Capabilities</vt:lpstr>
      <vt:lpstr>Using OpenCV</vt:lpstr>
      <vt:lpstr>Features in Images  (including still images from videos)</vt:lpstr>
      <vt:lpstr>Feature Engineering</vt:lpstr>
      <vt:lpstr>Feature “engineering” – simple example</vt:lpstr>
      <vt:lpstr>OpenCV Edge Detection</vt:lpstr>
      <vt:lpstr>Convolutional Neural Network (CNN) and Feature Discovery</vt:lpstr>
      <vt:lpstr>Why Manual Feature Extraction Could Matter</vt:lpstr>
      <vt:lpstr>for more on OpenCV and Feature Engineering check 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2026-04-05T14:58:44Z</dcterms:created>
  <dcterms:modified xsi:type="dcterms:W3CDTF">2026-04-08T12:58:47Z</dcterms:modified>
</cp:coreProperties>
</file>