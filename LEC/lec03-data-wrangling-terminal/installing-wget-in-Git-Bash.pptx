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8B17-2AEC-38EB-9009-8C6433D4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B8E42-2B4B-2660-426E-4386274C6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53F87-50B1-87EE-1E19-AAB77936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F438-AEF4-CD10-AFBE-5172CDB3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2C9FF-25A2-D200-835D-048C42EE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4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4D86-C237-AA35-4C21-0DDBF3B8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DCB5-06B4-0A67-3AC9-AD97B0E8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A39F-B1EE-2CCB-4D02-79E1AE1B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DC731-5EC0-AC63-B070-E0273D8A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6573-12AD-A626-3A71-563FBEE1D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20C1-66FC-A9BD-8E4F-063754779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D146E-6750-112D-24CE-BBF3A3C23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7480D-B771-639B-4DCA-73CBFBDB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C8D6-800B-8ED3-C4BE-529CE325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88EF0-FF57-6A94-6666-C93D992B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3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F4A4-F108-066C-17D5-887DF85C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C4DBB-82C9-901C-67FE-889D357CD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95BEF-08C9-E3B3-1194-18D39E95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611E8-A14C-B215-A6F6-1671AC75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12455-61E3-4A19-BFCA-31DA177B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02284-D781-D844-9836-2397EB95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2579-0D36-C78C-014C-1770A951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86A6E-225D-10ED-BC98-5BBB353D9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A0F8E-5EAF-08A5-27F7-7060B4D99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C0C2D-F130-780F-60BA-02F526E75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7C948-AC6F-022A-F946-56CC49F65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71D46-81DB-133F-F6BB-1AAA1037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F81C5-8252-5DE9-F5E8-BD2D05F4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AD5DA-E0DE-53F4-931A-EB170578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0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942E-9BDF-A088-B7C0-43C5F0A1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61DFF-9F5E-4151-A800-09C276CB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EC2F3-E033-A5CA-B3D3-CC034A16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A6449-7675-F7F5-A67B-1067D015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2BBA6-F5A8-69F6-2E65-83511573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44759-F115-7885-E2EA-7876DBD1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0AE99-5112-7719-9256-75B3612A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5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D8B8-30D4-CDCC-A7EB-D2BA849E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A2FC-A367-1242-CF91-12EABA49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71FF0-DC99-6886-C180-97B608B6E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2E780-65D4-E8C4-6520-56304CC7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E0654-4103-0462-F2D2-D1E1D33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32566-2666-2130-0725-2DE7600D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3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8511-257F-EBEF-A0C9-8152AFC4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021DF-6A2E-1B29-9A37-554475A3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68348-265D-C02B-5D6B-253327ECE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FF22E-EA4C-E9AC-4167-2EC75788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76291-76A6-A453-F05F-8B6B3A40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30844-3BAC-85BB-D094-63853414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0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F01A-2585-4565-F4B9-F3BA98DA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AC11D-9FD4-25E2-40A1-74AE8FFE3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6DBDA-C9DD-D91F-2D03-FDA63B36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A5E68-0A6A-907A-A2E4-9B39E8DF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349CB-0640-EABE-ACFB-91BDCCD6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6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5C851-35E0-4AA0-6509-27C617FCC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57CE1-5C10-D8A3-9940-4E44B685F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D9379-C3C5-FF39-16FC-F9A8DA1D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68648-DF38-1A91-6318-5CF43AB6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EA1FD-BBC8-EF6E-C54C-73AE8DB9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1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5617C-E59A-1E18-6E94-9A7EF0C0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B4FA4-1245-B725-5AD8-275E38D3F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C7CF-47C3-C4FC-BC8F-9E6808FEB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0B35B-F646-436B-9C70-C628880094F0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845BA-5499-103C-9470-3B1E31E89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6806D-C14B-71DF-78DC-030366AD8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2DA48-BA6B-4C4E-A25C-9E69FDDF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4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ternallybored.org/misc/wg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DFAE-0B48-1CF5-6EEF-C6F58FB1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wget in Git Bash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69C95-2CE7-DA43-A276-5CF19B6C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506729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/>
              <a:t>Not required, but I highly recommend you go through this process</a:t>
            </a:r>
          </a:p>
          <a:p>
            <a:pPr algn="just"/>
            <a:r>
              <a:rPr lang="en-US"/>
              <a:t>Download wget.exe for Windows </a:t>
            </a:r>
          </a:p>
          <a:p>
            <a:pPr lvl="1" algn="just"/>
            <a:r>
              <a:rPr lang="en-US"/>
              <a:t>from </a:t>
            </a:r>
            <a:r>
              <a:rPr lang="en-US" u="sng">
                <a:hlinkClick r:id="rId2"/>
              </a:rPr>
              <a:t>GNU Wget 1.21.4 for Windows</a:t>
            </a:r>
            <a:r>
              <a:rPr lang="en-US"/>
              <a:t> (the x64 version)</a:t>
            </a:r>
          </a:p>
          <a:p>
            <a:pPr lvl="1" algn="just"/>
            <a:r>
              <a:rPr lang="en-US"/>
              <a:t>note you could download it using curl:  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curl -O https://eternallybored.org/misc/wget/1.21.4/64/wget.exe</a:t>
            </a:r>
          </a:p>
          <a:p>
            <a:pPr algn="just"/>
            <a:r>
              <a:rPr lang="en-US"/>
              <a:t>Put the downloaded file in a folder on your machine. </a:t>
            </a:r>
          </a:p>
          <a:p>
            <a:pPr lvl="1" algn="just"/>
            <a:r>
              <a:rPr lang="en-US"/>
              <a:t>This could be a tools folder you set up to store tools and applications you download.</a:t>
            </a:r>
          </a:p>
          <a:p>
            <a:pPr algn="just"/>
            <a:r>
              <a:rPr lang="en-US"/>
              <a:t>Edit your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~/.bashrc </a:t>
            </a:r>
            <a:r>
              <a:rPr lang="en-US"/>
              <a:t>file: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cd ~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nano .bashrc</a:t>
            </a:r>
          </a:p>
          <a:p>
            <a:pPr lvl="1" algn="just"/>
            <a:r>
              <a:rPr lang="en-US"/>
              <a:t>Add this line to the file – 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export PATH="$PATH:/c/Users/ifrommer/tools“   </a:t>
            </a:r>
          </a:p>
          <a:p>
            <a:pPr marL="457200" lvl="1" indent="0">
              <a:buNone/>
            </a:pPr>
            <a:r>
              <a:rPr lang="en-US"/>
              <a:t>but replace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/c/Users/ifrommer/tools </a:t>
            </a:r>
            <a:r>
              <a:rPr lang="en-US"/>
              <a:t>with the path to the folder where you stored wget</a:t>
            </a:r>
          </a:p>
          <a:p>
            <a:pPr algn="just"/>
            <a:r>
              <a:rPr lang="en-US"/>
              <a:t>Then type: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source ~/.bashrc </a:t>
            </a:r>
            <a:r>
              <a:rPr lang="en-US"/>
              <a:t>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 </a:t>
            </a:r>
            <a:r>
              <a:rPr lang="en-US"/>
              <a:t>should work.</a:t>
            </a:r>
          </a:p>
          <a:p>
            <a:pPr algn="just"/>
            <a:r>
              <a:rPr lang="en-US"/>
              <a:t>After, 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so-SO">
                <a:latin typeface="Courier New" panose="02070309020205020404" pitchFamily="49" charset="0"/>
                <a:cs typeface="Courier New" panose="02070309020205020404" pitchFamily="49" charset="0"/>
              </a:rPr>
              <a:t>$PATH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then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which wget </a:t>
            </a:r>
            <a:r>
              <a:rPr lang="en-US"/>
              <a:t>to </a:t>
            </a:r>
            <a:r>
              <a:rPr lang="so-SO"/>
              <a:t>show </a:t>
            </a:r>
            <a:r>
              <a:rPr lang="en-US"/>
              <a:t>it </a:t>
            </a:r>
            <a:r>
              <a:rPr lang="so-SO"/>
              <a:t>is installed</a:t>
            </a:r>
            <a:r>
              <a:rPr lang="en-US"/>
              <a:t> and where.</a:t>
            </a:r>
          </a:p>
          <a:p>
            <a:pPr algn="just"/>
            <a:r>
              <a:rPr lang="en-US"/>
              <a:t>This should work after quitting and coming back.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8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Installing wget in Git Bash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2</cp:revision>
  <dcterms:created xsi:type="dcterms:W3CDTF">2026-01-27T17:40:00Z</dcterms:created>
  <dcterms:modified xsi:type="dcterms:W3CDTF">2026-01-27T17:46:12Z</dcterms:modified>
</cp:coreProperties>
</file>