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0" r:id="rId6"/>
    <p:sldId id="272" r:id="rId7"/>
    <p:sldId id="266" r:id="rId8"/>
    <p:sldId id="271" r:id="rId9"/>
    <p:sldId id="269" r:id="rId10"/>
    <p:sldId id="262" r:id="rId11"/>
    <p:sldId id="275" r:id="rId12"/>
    <p:sldId id="279" r:id="rId13"/>
    <p:sldId id="261" r:id="rId14"/>
    <p:sldId id="260" r:id="rId15"/>
    <p:sldId id="277" r:id="rId16"/>
    <p:sldId id="264" r:id="rId17"/>
    <p:sldId id="273" r:id="rId18"/>
    <p:sldId id="274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43AB4B-FA16-4D90-B6E7-14E4E6947D17}" v="234" dt="2026-01-28T18:42:00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082" autoAdjust="0"/>
  </p:normalViewPr>
  <p:slideViewPr>
    <p:cSldViewPr snapToGrid="0">
      <p:cViewPr varScale="1">
        <p:scale>
          <a:sx n="91" d="100"/>
          <a:sy n="91" d="100"/>
        </p:scale>
        <p:origin x="1314" y="78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FDDA6EB0-4FD6-4516-ACA5-A4CAC6441DA7}"/>
    <pc:docChg chg="undo custSel addSld delSld modSld sldOrd">
      <pc:chgData name="Frommer, Ian Dr. (EDU)" userId="28ca3ff0-544f-450a-928b-99e19cf49b89" providerId="ADAL" clId="{FDDA6EB0-4FD6-4516-ACA5-A4CAC6441DA7}" dt="2026-01-28T18:42:52.374" v="7662" actId="2711"/>
      <pc:docMkLst>
        <pc:docMk/>
      </pc:docMkLst>
      <pc:sldChg chg="delSp modSp new mod">
        <pc:chgData name="Frommer, Ian Dr. (EDU)" userId="28ca3ff0-544f-450a-928b-99e19cf49b89" providerId="ADAL" clId="{FDDA6EB0-4FD6-4516-ACA5-A4CAC6441DA7}" dt="2026-01-27T01:27:32.820" v="1411" actId="1076"/>
        <pc:sldMkLst>
          <pc:docMk/>
          <pc:sldMk cId="2724483603" sldId="256"/>
        </pc:sldMkLst>
        <pc:spChg chg="mod">
          <ac:chgData name="Frommer, Ian Dr. (EDU)" userId="28ca3ff0-544f-450a-928b-99e19cf49b89" providerId="ADAL" clId="{FDDA6EB0-4FD6-4516-ACA5-A4CAC6441DA7}" dt="2026-01-27T01:27:32.820" v="1411" actId="1076"/>
          <ac:spMkLst>
            <pc:docMk/>
            <pc:sldMk cId="2724483603" sldId="256"/>
            <ac:spMk id="2" creationId="{1FFE8F83-6328-56D8-E459-9A149BA99968}"/>
          </ac:spMkLst>
        </pc:spChg>
        <pc:spChg chg="del">
          <ac:chgData name="Frommer, Ian Dr. (EDU)" userId="28ca3ff0-544f-450a-928b-99e19cf49b89" providerId="ADAL" clId="{FDDA6EB0-4FD6-4516-ACA5-A4CAC6441DA7}" dt="2026-01-27T01:27:28.141" v="1410" actId="478"/>
          <ac:spMkLst>
            <pc:docMk/>
            <pc:sldMk cId="2724483603" sldId="256"/>
            <ac:spMk id="3" creationId="{F7480A67-A972-FF81-1B52-FFD3E6A7EAE2}"/>
          </ac:spMkLst>
        </pc:spChg>
      </pc:sldChg>
      <pc:sldChg chg="modSp new mod">
        <pc:chgData name="Frommer, Ian Dr. (EDU)" userId="28ca3ff0-544f-450a-928b-99e19cf49b89" providerId="ADAL" clId="{FDDA6EB0-4FD6-4516-ACA5-A4CAC6441DA7}" dt="2026-01-28T15:56:04.933" v="5223" actId="1076"/>
        <pc:sldMkLst>
          <pc:docMk/>
          <pc:sldMk cId="3037661301" sldId="257"/>
        </pc:sldMkLst>
        <pc:spChg chg="mod">
          <ac:chgData name="Frommer, Ian Dr. (EDU)" userId="28ca3ff0-544f-450a-928b-99e19cf49b89" providerId="ADAL" clId="{FDDA6EB0-4FD6-4516-ACA5-A4CAC6441DA7}" dt="2026-01-28T15:55:53.536" v="5217" actId="115"/>
          <ac:spMkLst>
            <pc:docMk/>
            <pc:sldMk cId="3037661301" sldId="257"/>
            <ac:spMk id="2" creationId="{8450C2CE-0C5E-3D43-D596-D15E88D74A5A}"/>
          </ac:spMkLst>
        </pc:spChg>
        <pc:spChg chg="mod">
          <ac:chgData name="Frommer, Ian Dr. (EDU)" userId="28ca3ff0-544f-450a-928b-99e19cf49b89" providerId="ADAL" clId="{FDDA6EB0-4FD6-4516-ACA5-A4CAC6441DA7}" dt="2026-01-28T15:56:04.933" v="5223" actId="1076"/>
          <ac:spMkLst>
            <pc:docMk/>
            <pc:sldMk cId="3037661301" sldId="257"/>
            <ac:spMk id="3" creationId="{7D2311C9-645F-2B34-9627-AF9EF3451B89}"/>
          </ac:spMkLst>
        </pc:spChg>
      </pc:sldChg>
      <pc:sldChg chg="addSp delSp modSp new mod modAnim">
        <pc:chgData name="Frommer, Ian Dr. (EDU)" userId="28ca3ff0-544f-450a-928b-99e19cf49b89" providerId="ADAL" clId="{FDDA6EB0-4FD6-4516-ACA5-A4CAC6441DA7}" dt="2026-01-28T16:23:08.728" v="5976" actId="20577"/>
        <pc:sldMkLst>
          <pc:docMk/>
          <pc:sldMk cId="258031315" sldId="258"/>
        </pc:sldMkLst>
        <pc:spChg chg="mod">
          <ac:chgData name="Frommer, Ian Dr. (EDU)" userId="28ca3ff0-544f-450a-928b-99e19cf49b89" providerId="ADAL" clId="{FDDA6EB0-4FD6-4516-ACA5-A4CAC6441DA7}" dt="2026-01-27T01:29:19.013" v="1459" actId="21"/>
          <ac:spMkLst>
            <pc:docMk/>
            <pc:sldMk cId="258031315" sldId="258"/>
            <ac:spMk id="2" creationId="{BCDD119A-55E1-F401-88CF-DD85B06C621F}"/>
          </ac:spMkLst>
        </pc:spChg>
        <pc:graphicFrameChg chg="add mod modGraphic">
          <ac:chgData name="Frommer, Ian Dr. (EDU)" userId="28ca3ff0-544f-450a-928b-99e19cf49b89" providerId="ADAL" clId="{FDDA6EB0-4FD6-4516-ACA5-A4CAC6441DA7}" dt="2026-01-28T16:23:08.728" v="5976" actId="20577"/>
          <ac:graphicFrameMkLst>
            <pc:docMk/>
            <pc:sldMk cId="258031315" sldId="258"/>
            <ac:graphicFrameMk id="4" creationId="{02814CC7-2431-F470-4E00-7298842069F1}"/>
          </ac:graphicFrameMkLst>
        </pc:graphicFrameChg>
      </pc:sldChg>
      <pc:sldChg chg="modSp new mod">
        <pc:chgData name="Frommer, Ian Dr. (EDU)" userId="28ca3ff0-544f-450a-928b-99e19cf49b89" providerId="ADAL" clId="{FDDA6EB0-4FD6-4516-ACA5-A4CAC6441DA7}" dt="2026-01-27T17:17:20.879" v="2530" actId="2711"/>
        <pc:sldMkLst>
          <pc:docMk/>
          <pc:sldMk cId="2327152825" sldId="259"/>
        </pc:sldMkLst>
        <pc:spChg chg="mod">
          <ac:chgData name="Frommer, Ian Dr. (EDU)" userId="28ca3ff0-544f-450a-928b-99e19cf49b89" providerId="ADAL" clId="{FDDA6EB0-4FD6-4516-ACA5-A4CAC6441DA7}" dt="2026-01-26T01:57:48.323" v="553" actId="20577"/>
          <ac:spMkLst>
            <pc:docMk/>
            <pc:sldMk cId="2327152825" sldId="259"/>
            <ac:spMk id="2" creationId="{3417A244-83B9-D768-C81C-CDC8EB329031}"/>
          </ac:spMkLst>
        </pc:spChg>
        <pc:spChg chg="mod">
          <ac:chgData name="Frommer, Ian Dr. (EDU)" userId="28ca3ff0-544f-450a-928b-99e19cf49b89" providerId="ADAL" clId="{FDDA6EB0-4FD6-4516-ACA5-A4CAC6441DA7}" dt="2026-01-27T17:17:20.879" v="2530" actId="2711"/>
          <ac:spMkLst>
            <pc:docMk/>
            <pc:sldMk cId="2327152825" sldId="259"/>
            <ac:spMk id="3" creationId="{76371DED-0873-8D4D-915A-AE673DD5E43B}"/>
          </ac:spMkLst>
        </pc:spChg>
      </pc:sldChg>
      <pc:sldChg chg="modSp new mod ord">
        <pc:chgData name="Frommer, Ian Dr. (EDU)" userId="28ca3ff0-544f-450a-928b-99e19cf49b89" providerId="ADAL" clId="{FDDA6EB0-4FD6-4516-ACA5-A4CAC6441DA7}" dt="2026-01-28T18:38:23.778" v="7602" actId="20577"/>
        <pc:sldMkLst>
          <pc:docMk/>
          <pc:sldMk cId="1174974510" sldId="260"/>
        </pc:sldMkLst>
        <pc:spChg chg="mod">
          <ac:chgData name="Frommer, Ian Dr. (EDU)" userId="28ca3ff0-544f-450a-928b-99e19cf49b89" providerId="ADAL" clId="{FDDA6EB0-4FD6-4516-ACA5-A4CAC6441DA7}" dt="2026-01-26T02:01:55.170" v="809" actId="20577"/>
          <ac:spMkLst>
            <pc:docMk/>
            <pc:sldMk cId="1174974510" sldId="260"/>
            <ac:spMk id="2" creationId="{FD619F9E-C0CC-C4DF-DB7A-7050BC0CE1D1}"/>
          </ac:spMkLst>
        </pc:spChg>
        <pc:spChg chg="mod">
          <ac:chgData name="Frommer, Ian Dr. (EDU)" userId="28ca3ff0-544f-450a-928b-99e19cf49b89" providerId="ADAL" clId="{FDDA6EB0-4FD6-4516-ACA5-A4CAC6441DA7}" dt="2026-01-28T18:38:23.778" v="7602" actId="20577"/>
          <ac:spMkLst>
            <pc:docMk/>
            <pc:sldMk cId="1174974510" sldId="260"/>
            <ac:spMk id="3" creationId="{0C6FA1D2-BB8C-77BA-EED7-8854B2991290}"/>
          </ac:spMkLst>
        </pc:spChg>
      </pc:sldChg>
      <pc:sldChg chg="modSp new mod">
        <pc:chgData name="Frommer, Ian Dr. (EDU)" userId="28ca3ff0-544f-450a-928b-99e19cf49b89" providerId="ADAL" clId="{FDDA6EB0-4FD6-4516-ACA5-A4CAC6441DA7}" dt="2026-01-28T18:42:32.917" v="7661" actId="20577"/>
        <pc:sldMkLst>
          <pc:docMk/>
          <pc:sldMk cId="506483761" sldId="261"/>
        </pc:sldMkLst>
        <pc:spChg chg="mod">
          <ac:chgData name="Frommer, Ian Dr. (EDU)" userId="28ca3ff0-544f-450a-928b-99e19cf49b89" providerId="ADAL" clId="{FDDA6EB0-4FD6-4516-ACA5-A4CAC6441DA7}" dt="2026-01-28T17:04:42.021" v="6249" actId="20577"/>
          <ac:spMkLst>
            <pc:docMk/>
            <pc:sldMk cId="506483761" sldId="261"/>
            <ac:spMk id="2" creationId="{340DD1B3-2316-6B65-6695-A15AE2FD70D3}"/>
          </ac:spMkLst>
        </pc:spChg>
        <pc:spChg chg="mod">
          <ac:chgData name="Frommer, Ian Dr. (EDU)" userId="28ca3ff0-544f-450a-928b-99e19cf49b89" providerId="ADAL" clId="{FDDA6EB0-4FD6-4516-ACA5-A4CAC6441DA7}" dt="2026-01-28T18:42:32.917" v="7661" actId="20577"/>
          <ac:spMkLst>
            <pc:docMk/>
            <pc:sldMk cId="506483761" sldId="261"/>
            <ac:spMk id="3" creationId="{4A18A8B7-98B9-63D5-A0F0-34ED68B70287}"/>
          </ac:spMkLst>
        </pc:spChg>
      </pc:sldChg>
      <pc:sldChg chg="addSp modSp new mod ord">
        <pc:chgData name="Frommer, Ian Dr. (EDU)" userId="28ca3ff0-544f-450a-928b-99e19cf49b89" providerId="ADAL" clId="{FDDA6EB0-4FD6-4516-ACA5-A4CAC6441DA7}" dt="2026-01-28T16:28:41.461" v="6178" actId="20577"/>
        <pc:sldMkLst>
          <pc:docMk/>
          <pc:sldMk cId="2106510512" sldId="262"/>
        </pc:sldMkLst>
        <pc:spChg chg="mod">
          <ac:chgData name="Frommer, Ian Dr. (EDU)" userId="28ca3ff0-544f-450a-928b-99e19cf49b89" providerId="ADAL" clId="{FDDA6EB0-4FD6-4516-ACA5-A4CAC6441DA7}" dt="2026-01-26T02:02:35.938" v="839" actId="21"/>
          <ac:spMkLst>
            <pc:docMk/>
            <pc:sldMk cId="2106510512" sldId="262"/>
            <ac:spMk id="2" creationId="{6C17F2BA-9C10-DEB1-B176-0A3FB5C4A527}"/>
          </ac:spMkLst>
        </pc:spChg>
        <pc:spChg chg="mod">
          <ac:chgData name="Frommer, Ian Dr. (EDU)" userId="28ca3ff0-544f-450a-928b-99e19cf49b89" providerId="ADAL" clId="{FDDA6EB0-4FD6-4516-ACA5-A4CAC6441DA7}" dt="2026-01-28T16:28:41.461" v="6178" actId="20577"/>
          <ac:spMkLst>
            <pc:docMk/>
            <pc:sldMk cId="2106510512" sldId="262"/>
            <ac:spMk id="3" creationId="{0D208B70-2F98-CD82-0375-82280C70645B}"/>
          </ac:spMkLst>
        </pc:spChg>
      </pc:sldChg>
      <pc:sldChg chg="modSp new del mod ord">
        <pc:chgData name="Frommer, Ian Dr. (EDU)" userId="28ca3ff0-544f-450a-928b-99e19cf49b89" providerId="ADAL" clId="{FDDA6EB0-4FD6-4516-ACA5-A4CAC6441DA7}" dt="2026-01-28T18:31:11.340" v="7014" actId="47"/>
        <pc:sldMkLst>
          <pc:docMk/>
          <pc:sldMk cId="1379363969" sldId="263"/>
        </pc:sldMkLst>
        <pc:spChg chg="mod">
          <ac:chgData name="Frommer, Ian Dr. (EDU)" userId="28ca3ff0-544f-450a-928b-99e19cf49b89" providerId="ADAL" clId="{FDDA6EB0-4FD6-4516-ACA5-A4CAC6441DA7}" dt="2026-01-28T18:30:06.105" v="7013" actId="20577"/>
          <ac:spMkLst>
            <pc:docMk/>
            <pc:sldMk cId="1379363969" sldId="263"/>
            <ac:spMk id="3" creationId="{EB39D8B9-3943-234D-30F9-EFE95E46D4F2}"/>
          </ac:spMkLst>
        </pc:spChg>
      </pc:sldChg>
      <pc:sldChg chg="modSp new mod">
        <pc:chgData name="Frommer, Ian Dr. (EDU)" userId="28ca3ff0-544f-450a-928b-99e19cf49b89" providerId="ADAL" clId="{FDDA6EB0-4FD6-4516-ACA5-A4CAC6441DA7}" dt="2026-01-28T18:42:52.374" v="7662" actId="2711"/>
        <pc:sldMkLst>
          <pc:docMk/>
          <pc:sldMk cId="2819022249" sldId="264"/>
        </pc:sldMkLst>
        <pc:spChg chg="mod">
          <ac:chgData name="Frommer, Ian Dr. (EDU)" userId="28ca3ff0-544f-450a-928b-99e19cf49b89" providerId="ADAL" clId="{FDDA6EB0-4FD6-4516-ACA5-A4CAC6441DA7}" dt="2026-01-26T02:24:00.186" v="1308" actId="20577"/>
          <ac:spMkLst>
            <pc:docMk/>
            <pc:sldMk cId="2819022249" sldId="264"/>
            <ac:spMk id="2" creationId="{AFA1EA5A-09C1-6243-16CE-11D5B46CD191}"/>
          </ac:spMkLst>
        </pc:spChg>
        <pc:spChg chg="mod">
          <ac:chgData name="Frommer, Ian Dr. (EDU)" userId="28ca3ff0-544f-450a-928b-99e19cf49b89" providerId="ADAL" clId="{FDDA6EB0-4FD6-4516-ACA5-A4CAC6441DA7}" dt="2026-01-28T18:42:52.374" v="7662" actId="2711"/>
          <ac:spMkLst>
            <pc:docMk/>
            <pc:sldMk cId="2819022249" sldId="264"/>
            <ac:spMk id="3" creationId="{5AD7687E-B817-3ED2-E8F4-0B0136040FF5}"/>
          </ac:spMkLst>
        </pc:spChg>
      </pc:sldChg>
      <pc:sldChg chg="modSp new del mod">
        <pc:chgData name="Frommer, Ian Dr. (EDU)" userId="28ca3ff0-544f-450a-928b-99e19cf49b89" providerId="ADAL" clId="{FDDA6EB0-4FD6-4516-ACA5-A4CAC6441DA7}" dt="2026-01-27T15:32:21.966" v="2188" actId="47"/>
        <pc:sldMkLst>
          <pc:docMk/>
          <pc:sldMk cId="871200897" sldId="265"/>
        </pc:sldMkLst>
        <pc:spChg chg="mod">
          <ac:chgData name="Frommer, Ian Dr. (EDU)" userId="28ca3ff0-544f-450a-928b-99e19cf49b89" providerId="ADAL" clId="{FDDA6EB0-4FD6-4516-ACA5-A4CAC6441DA7}" dt="2026-01-27T01:36:23.365" v="1657" actId="20577"/>
          <ac:spMkLst>
            <pc:docMk/>
            <pc:sldMk cId="871200897" sldId="265"/>
            <ac:spMk id="2" creationId="{FA33AAC9-A0B1-9B17-1F94-C29F3040308C}"/>
          </ac:spMkLst>
        </pc:spChg>
        <pc:spChg chg="mod">
          <ac:chgData name="Frommer, Ian Dr. (EDU)" userId="28ca3ff0-544f-450a-928b-99e19cf49b89" providerId="ADAL" clId="{FDDA6EB0-4FD6-4516-ACA5-A4CAC6441DA7}" dt="2026-01-27T13:52:02.290" v="1825" actId="21"/>
          <ac:spMkLst>
            <pc:docMk/>
            <pc:sldMk cId="871200897" sldId="265"/>
            <ac:spMk id="3" creationId="{41B00972-959D-DB37-5FAE-338B28E2A0F4}"/>
          </ac:spMkLst>
        </pc:spChg>
      </pc:sldChg>
      <pc:sldChg chg="modSp new mod ord">
        <pc:chgData name="Frommer, Ian Dr. (EDU)" userId="28ca3ff0-544f-450a-928b-99e19cf49b89" providerId="ADAL" clId="{FDDA6EB0-4FD6-4516-ACA5-A4CAC6441DA7}" dt="2026-01-28T15:58:13.433" v="5236" actId="113"/>
        <pc:sldMkLst>
          <pc:docMk/>
          <pc:sldMk cId="522111509" sldId="266"/>
        </pc:sldMkLst>
        <pc:spChg chg="mod">
          <ac:chgData name="Frommer, Ian Dr. (EDU)" userId="28ca3ff0-544f-450a-928b-99e19cf49b89" providerId="ADAL" clId="{FDDA6EB0-4FD6-4516-ACA5-A4CAC6441DA7}" dt="2026-01-27T15:52:41.149" v="2525" actId="2711"/>
          <ac:spMkLst>
            <pc:docMk/>
            <pc:sldMk cId="522111509" sldId="266"/>
            <ac:spMk id="2" creationId="{B4EC1E41-8548-3BA3-04B8-56C956DE1690}"/>
          </ac:spMkLst>
        </pc:spChg>
        <pc:spChg chg="mod">
          <ac:chgData name="Frommer, Ian Dr. (EDU)" userId="28ca3ff0-544f-450a-928b-99e19cf49b89" providerId="ADAL" clId="{FDDA6EB0-4FD6-4516-ACA5-A4CAC6441DA7}" dt="2026-01-28T15:58:13.433" v="5236" actId="113"/>
          <ac:spMkLst>
            <pc:docMk/>
            <pc:sldMk cId="522111509" sldId="266"/>
            <ac:spMk id="3" creationId="{940CAFA3-CADA-8078-6A29-FF3C6E551029}"/>
          </ac:spMkLst>
        </pc:spChg>
      </pc:sldChg>
      <pc:sldChg chg="modSp new del mod">
        <pc:chgData name="Frommer, Ian Dr. (EDU)" userId="28ca3ff0-544f-450a-928b-99e19cf49b89" providerId="ADAL" clId="{FDDA6EB0-4FD6-4516-ACA5-A4CAC6441DA7}" dt="2026-01-27T15:43:55.312" v="2206" actId="2696"/>
        <pc:sldMkLst>
          <pc:docMk/>
          <pc:sldMk cId="2113928964" sldId="267"/>
        </pc:sldMkLst>
        <pc:spChg chg="mod">
          <ac:chgData name="Frommer, Ian Dr. (EDU)" userId="28ca3ff0-544f-450a-928b-99e19cf49b89" providerId="ADAL" clId="{FDDA6EB0-4FD6-4516-ACA5-A4CAC6441DA7}" dt="2026-01-27T01:30:47.971" v="1526" actId="20577"/>
          <ac:spMkLst>
            <pc:docMk/>
            <pc:sldMk cId="2113928964" sldId="267"/>
            <ac:spMk id="2" creationId="{AB921BC5-D5E5-D7EB-487A-4275ABD8F3A8}"/>
          </ac:spMkLst>
        </pc:spChg>
        <pc:spChg chg="mod">
          <ac:chgData name="Frommer, Ian Dr. (EDU)" userId="28ca3ff0-544f-450a-928b-99e19cf49b89" providerId="ADAL" clId="{FDDA6EB0-4FD6-4516-ACA5-A4CAC6441DA7}" dt="2026-01-27T15:43:52.422" v="2205" actId="6549"/>
          <ac:spMkLst>
            <pc:docMk/>
            <pc:sldMk cId="2113928964" sldId="267"/>
            <ac:spMk id="3" creationId="{5614041A-2196-E7A7-7FD3-FD546FAE1CC2}"/>
          </ac:spMkLst>
        </pc:spChg>
      </pc:sldChg>
      <pc:sldChg chg="modSp new del mod">
        <pc:chgData name="Frommer, Ian Dr. (EDU)" userId="28ca3ff0-544f-450a-928b-99e19cf49b89" providerId="ADAL" clId="{FDDA6EB0-4FD6-4516-ACA5-A4CAC6441DA7}" dt="2026-01-27T15:32:28.601" v="2189" actId="47"/>
        <pc:sldMkLst>
          <pc:docMk/>
          <pc:sldMk cId="1758890504" sldId="268"/>
        </pc:sldMkLst>
        <pc:spChg chg="mod">
          <ac:chgData name="Frommer, Ian Dr. (EDU)" userId="28ca3ff0-544f-450a-928b-99e19cf49b89" providerId="ADAL" clId="{FDDA6EB0-4FD6-4516-ACA5-A4CAC6441DA7}" dt="2026-01-27T01:42:30.669" v="1686" actId="20577"/>
          <ac:spMkLst>
            <pc:docMk/>
            <pc:sldMk cId="1758890504" sldId="268"/>
            <ac:spMk id="2" creationId="{76221006-6B28-2BAD-08B4-FC226E0B5F73}"/>
          </ac:spMkLst>
        </pc:spChg>
        <pc:spChg chg="mod">
          <ac:chgData name="Frommer, Ian Dr. (EDU)" userId="28ca3ff0-544f-450a-928b-99e19cf49b89" providerId="ADAL" clId="{FDDA6EB0-4FD6-4516-ACA5-A4CAC6441DA7}" dt="2026-01-27T15:32:10.306" v="2185" actId="21"/>
          <ac:spMkLst>
            <pc:docMk/>
            <pc:sldMk cId="1758890504" sldId="268"/>
            <ac:spMk id="3" creationId="{F3BE8353-DECF-9539-73DD-2E5BD9837A58}"/>
          </ac:spMkLst>
        </pc:spChg>
      </pc:sldChg>
      <pc:sldChg chg="modSp new mod modAnim modNotesTx">
        <pc:chgData name="Frommer, Ian Dr. (EDU)" userId="28ca3ff0-544f-450a-928b-99e19cf49b89" providerId="ADAL" clId="{FDDA6EB0-4FD6-4516-ACA5-A4CAC6441DA7}" dt="2026-01-28T16:18:04.115" v="5599" actId="115"/>
        <pc:sldMkLst>
          <pc:docMk/>
          <pc:sldMk cId="4178089642" sldId="269"/>
        </pc:sldMkLst>
        <pc:spChg chg="mod">
          <ac:chgData name="Frommer, Ian Dr. (EDU)" userId="28ca3ff0-544f-450a-928b-99e19cf49b89" providerId="ADAL" clId="{FDDA6EB0-4FD6-4516-ACA5-A4CAC6441DA7}" dt="2026-01-27T21:27:37.410" v="4025" actId="1076"/>
          <ac:spMkLst>
            <pc:docMk/>
            <pc:sldMk cId="4178089642" sldId="269"/>
            <ac:spMk id="2" creationId="{FA25613D-3941-706E-FE59-4033850DEC7A}"/>
          </ac:spMkLst>
        </pc:spChg>
        <pc:spChg chg="mod">
          <ac:chgData name="Frommer, Ian Dr. (EDU)" userId="28ca3ff0-544f-450a-928b-99e19cf49b89" providerId="ADAL" clId="{FDDA6EB0-4FD6-4516-ACA5-A4CAC6441DA7}" dt="2026-01-28T16:13:01.542" v="5296" actId="27636"/>
          <ac:spMkLst>
            <pc:docMk/>
            <pc:sldMk cId="4178089642" sldId="269"/>
            <ac:spMk id="3" creationId="{1B1B79B8-8212-323F-404A-5214CBE13578}"/>
          </ac:spMkLst>
        </pc:spChg>
      </pc:sldChg>
      <pc:sldChg chg="modSp new mod modAnim">
        <pc:chgData name="Frommer, Ian Dr. (EDU)" userId="28ca3ff0-544f-450a-928b-99e19cf49b89" providerId="ADAL" clId="{FDDA6EB0-4FD6-4516-ACA5-A4CAC6441DA7}" dt="2026-01-28T16:08:49.799" v="5246" actId="20577"/>
        <pc:sldMkLst>
          <pc:docMk/>
          <pc:sldMk cId="2442594233" sldId="270"/>
        </pc:sldMkLst>
        <pc:spChg chg="mod">
          <ac:chgData name="Frommer, Ian Dr. (EDU)" userId="28ca3ff0-544f-450a-928b-99e19cf49b89" providerId="ADAL" clId="{FDDA6EB0-4FD6-4516-ACA5-A4CAC6441DA7}" dt="2026-01-27T15:16:47.745" v="2106" actId="2711"/>
          <ac:spMkLst>
            <pc:docMk/>
            <pc:sldMk cId="2442594233" sldId="270"/>
            <ac:spMk id="2" creationId="{EF8790EC-8356-0DF8-B21B-993C429B0008}"/>
          </ac:spMkLst>
        </pc:spChg>
        <pc:spChg chg="mod">
          <ac:chgData name="Frommer, Ian Dr. (EDU)" userId="28ca3ff0-544f-450a-928b-99e19cf49b89" providerId="ADAL" clId="{FDDA6EB0-4FD6-4516-ACA5-A4CAC6441DA7}" dt="2026-01-28T16:08:49.799" v="5246" actId="20577"/>
          <ac:spMkLst>
            <pc:docMk/>
            <pc:sldMk cId="2442594233" sldId="270"/>
            <ac:spMk id="3" creationId="{E6C4572B-FA18-A30F-8221-0245B1DF841F}"/>
          </ac:spMkLst>
        </pc:spChg>
      </pc:sldChg>
      <pc:sldChg chg="modSp new mod">
        <pc:chgData name="Frommer, Ian Dr. (EDU)" userId="28ca3ff0-544f-450a-928b-99e19cf49b89" providerId="ADAL" clId="{FDDA6EB0-4FD6-4516-ACA5-A4CAC6441DA7}" dt="2026-01-27T21:26:49.932" v="4022" actId="113"/>
        <pc:sldMkLst>
          <pc:docMk/>
          <pc:sldMk cId="2980180991" sldId="271"/>
        </pc:sldMkLst>
        <pc:spChg chg="mod">
          <ac:chgData name="Frommer, Ian Dr. (EDU)" userId="28ca3ff0-544f-450a-928b-99e19cf49b89" providerId="ADAL" clId="{FDDA6EB0-4FD6-4516-ACA5-A4CAC6441DA7}" dt="2026-01-27T17:22:16.608" v="2762" actId="20577"/>
          <ac:spMkLst>
            <pc:docMk/>
            <pc:sldMk cId="2980180991" sldId="271"/>
            <ac:spMk id="2" creationId="{5B80DFAE-0B48-1CF5-6EEF-C6F58FB1BDA7}"/>
          </ac:spMkLst>
        </pc:spChg>
        <pc:spChg chg="mod">
          <ac:chgData name="Frommer, Ian Dr. (EDU)" userId="28ca3ff0-544f-450a-928b-99e19cf49b89" providerId="ADAL" clId="{FDDA6EB0-4FD6-4516-ACA5-A4CAC6441DA7}" dt="2026-01-27T21:26:49.932" v="4022" actId="113"/>
          <ac:spMkLst>
            <pc:docMk/>
            <pc:sldMk cId="2980180991" sldId="271"/>
            <ac:spMk id="3" creationId="{AFA69C95-2CE7-DA43-A276-5CF19B6CA3AA}"/>
          </ac:spMkLst>
        </pc:spChg>
      </pc:sldChg>
      <pc:sldChg chg="addSp modSp new mod modAnim">
        <pc:chgData name="Frommer, Ian Dr. (EDU)" userId="28ca3ff0-544f-450a-928b-99e19cf49b89" providerId="ADAL" clId="{FDDA6EB0-4FD6-4516-ACA5-A4CAC6441DA7}" dt="2026-01-28T16:09:48.361" v="5254" actId="6549"/>
        <pc:sldMkLst>
          <pc:docMk/>
          <pc:sldMk cId="274181310" sldId="272"/>
        </pc:sldMkLst>
        <pc:spChg chg="mod">
          <ac:chgData name="Frommer, Ian Dr. (EDU)" userId="28ca3ff0-544f-450a-928b-99e19cf49b89" providerId="ADAL" clId="{FDDA6EB0-4FD6-4516-ACA5-A4CAC6441DA7}" dt="2026-01-28T15:25:58.816" v="4926" actId="14100"/>
          <ac:spMkLst>
            <pc:docMk/>
            <pc:sldMk cId="274181310" sldId="272"/>
            <ac:spMk id="2" creationId="{CE27282D-9B34-96C0-9F45-0F1FC7C62A89}"/>
          </ac:spMkLst>
        </pc:spChg>
        <pc:spChg chg="mod">
          <ac:chgData name="Frommer, Ian Dr. (EDU)" userId="28ca3ff0-544f-450a-928b-99e19cf49b89" providerId="ADAL" clId="{FDDA6EB0-4FD6-4516-ACA5-A4CAC6441DA7}" dt="2026-01-28T16:09:48.361" v="5254" actId="6549"/>
          <ac:spMkLst>
            <pc:docMk/>
            <pc:sldMk cId="274181310" sldId="272"/>
            <ac:spMk id="3" creationId="{9A114645-57B3-38BD-6985-285F226A65F3}"/>
          </ac:spMkLst>
        </pc:spChg>
        <pc:spChg chg="add mod">
          <ac:chgData name="Frommer, Ian Dr. (EDU)" userId="28ca3ff0-544f-450a-928b-99e19cf49b89" providerId="ADAL" clId="{FDDA6EB0-4FD6-4516-ACA5-A4CAC6441DA7}" dt="2026-01-28T15:24:53.049" v="4921" actId="20577"/>
          <ac:spMkLst>
            <pc:docMk/>
            <pc:sldMk cId="274181310" sldId="272"/>
            <ac:spMk id="4" creationId="{EE3EDF5A-57DC-51DE-4118-979DF541CA5A}"/>
          </ac:spMkLst>
        </pc:spChg>
      </pc:sldChg>
      <pc:sldChg chg="addSp modSp new mod">
        <pc:chgData name="Frommer, Ian Dr. (EDU)" userId="28ca3ff0-544f-450a-928b-99e19cf49b89" providerId="ADAL" clId="{FDDA6EB0-4FD6-4516-ACA5-A4CAC6441DA7}" dt="2026-01-27T21:10:47.210" v="3858"/>
        <pc:sldMkLst>
          <pc:docMk/>
          <pc:sldMk cId="2120915578" sldId="273"/>
        </pc:sldMkLst>
        <pc:spChg chg="mod">
          <ac:chgData name="Frommer, Ian Dr. (EDU)" userId="28ca3ff0-544f-450a-928b-99e19cf49b89" providerId="ADAL" clId="{FDDA6EB0-4FD6-4516-ACA5-A4CAC6441DA7}" dt="2026-01-27T21:06:41.049" v="3328" actId="20577"/>
          <ac:spMkLst>
            <pc:docMk/>
            <pc:sldMk cId="2120915578" sldId="273"/>
            <ac:spMk id="2" creationId="{C0BB271C-7F9C-8D2F-6596-A29CB4DA5AF3}"/>
          </ac:spMkLst>
        </pc:spChg>
        <pc:spChg chg="mod">
          <ac:chgData name="Frommer, Ian Dr. (EDU)" userId="28ca3ff0-544f-450a-928b-99e19cf49b89" providerId="ADAL" clId="{FDDA6EB0-4FD6-4516-ACA5-A4CAC6441DA7}" dt="2026-01-27T21:10:47.210" v="3858"/>
          <ac:spMkLst>
            <pc:docMk/>
            <pc:sldMk cId="2120915578" sldId="273"/>
            <ac:spMk id="3" creationId="{155C8DAA-F4D1-1EDE-932A-19CE02B7E713}"/>
          </ac:spMkLst>
        </pc:spChg>
        <pc:spChg chg="add mod">
          <ac:chgData name="Frommer, Ian Dr. (EDU)" userId="28ca3ff0-544f-450a-928b-99e19cf49b89" providerId="ADAL" clId="{FDDA6EB0-4FD6-4516-ACA5-A4CAC6441DA7}" dt="2026-01-27T21:09:55.441" v="3847" actId="1076"/>
          <ac:spMkLst>
            <pc:docMk/>
            <pc:sldMk cId="2120915578" sldId="273"/>
            <ac:spMk id="5" creationId="{BA2BCF9B-261F-82CE-4325-D5EA0A9D8583}"/>
          </ac:spMkLst>
        </pc:spChg>
      </pc:sldChg>
      <pc:sldChg chg="addSp delSp modSp new mod">
        <pc:chgData name="Frommer, Ian Dr. (EDU)" userId="28ca3ff0-544f-450a-928b-99e19cf49b89" providerId="ADAL" clId="{FDDA6EB0-4FD6-4516-ACA5-A4CAC6441DA7}" dt="2026-01-28T15:37:43.164" v="5128"/>
        <pc:sldMkLst>
          <pc:docMk/>
          <pc:sldMk cId="3340701025" sldId="274"/>
        </pc:sldMkLst>
        <pc:spChg chg="del mod">
          <ac:chgData name="Frommer, Ian Dr. (EDU)" userId="28ca3ff0-544f-450a-928b-99e19cf49b89" providerId="ADAL" clId="{FDDA6EB0-4FD6-4516-ACA5-A4CAC6441DA7}" dt="2026-01-28T14:08:16.159" v="4499" actId="478"/>
          <ac:spMkLst>
            <pc:docMk/>
            <pc:sldMk cId="3340701025" sldId="274"/>
            <ac:spMk id="2" creationId="{304D45EA-CDAC-8E81-F857-E4F8A7908DC1}"/>
          </ac:spMkLst>
        </pc:spChg>
        <pc:spChg chg="add del mod">
          <ac:chgData name="Frommer, Ian Dr. (EDU)" userId="28ca3ff0-544f-450a-928b-99e19cf49b89" providerId="ADAL" clId="{FDDA6EB0-4FD6-4516-ACA5-A4CAC6441DA7}" dt="2026-01-28T14:11:11.969" v="4518" actId="478"/>
          <ac:spMkLst>
            <pc:docMk/>
            <pc:sldMk cId="3340701025" sldId="274"/>
            <ac:spMk id="3" creationId="{EE9B8C9D-B87E-1911-A1E3-BB434E6D3576}"/>
          </ac:spMkLst>
        </pc:spChg>
        <pc:spChg chg="add mod">
          <ac:chgData name="Frommer, Ian Dr. (EDU)" userId="28ca3ff0-544f-450a-928b-99e19cf49b89" providerId="ADAL" clId="{FDDA6EB0-4FD6-4516-ACA5-A4CAC6441DA7}" dt="2026-01-28T14:11:29.224" v="4524" actId="20577"/>
          <ac:spMkLst>
            <pc:docMk/>
            <pc:sldMk cId="3340701025" sldId="274"/>
            <ac:spMk id="8" creationId="{F4D5DD36-4E41-C528-3529-B17BB8E4554E}"/>
          </ac:spMkLst>
        </pc:spChg>
        <pc:spChg chg="add del">
          <ac:chgData name="Frommer, Ian Dr. (EDU)" userId="28ca3ff0-544f-450a-928b-99e19cf49b89" providerId="ADAL" clId="{FDDA6EB0-4FD6-4516-ACA5-A4CAC6441DA7}" dt="2026-01-28T14:09:16.737" v="4511" actId="22"/>
          <ac:spMkLst>
            <pc:docMk/>
            <pc:sldMk cId="3340701025" sldId="274"/>
            <ac:spMk id="11" creationId="{4CBC8B59-C45D-2FD6-4965-63BFC5EA247E}"/>
          </ac:spMkLst>
        </pc:spChg>
        <pc:spChg chg="add del mod">
          <ac:chgData name="Frommer, Ian Dr. (EDU)" userId="28ca3ff0-544f-450a-928b-99e19cf49b89" providerId="ADAL" clId="{FDDA6EB0-4FD6-4516-ACA5-A4CAC6441DA7}" dt="2026-01-28T14:11:15.663" v="4519" actId="478"/>
          <ac:spMkLst>
            <pc:docMk/>
            <pc:sldMk cId="3340701025" sldId="274"/>
            <ac:spMk id="13" creationId="{31D24178-A045-A6BB-4278-CBD589DEB3CE}"/>
          </ac:spMkLst>
        </pc:spChg>
        <pc:graphicFrameChg chg="add mod">
          <ac:chgData name="Frommer, Ian Dr. (EDU)" userId="28ca3ff0-544f-450a-928b-99e19cf49b89" providerId="ADAL" clId="{FDDA6EB0-4FD6-4516-ACA5-A4CAC6441DA7}" dt="2026-01-27T21:15:32.973" v="3861"/>
          <ac:graphicFrameMkLst>
            <pc:docMk/>
            <pc:sldMk cId="3340701025" sldId="274"/>
            <ac:graphicFrameMk id="4" creationId="{BA34E70A-6CD1-70A9-E30A-9CD3D1A85803}"/>
          </ac:graphicFrameMkLst>
        </pc:graphicFrameChg>
        <pc:graphicFrameChg chg="add mod">
          <ac:chgData name="Frommer, Ian Dr. (EDU)" userId="28ca3ff0-544f-450a-928b-99e19cf49b89" providerId="ADAL" clId="{FDDA6EB0-4FD6-4516-ACA5-A4CAC6441DA7}" dt="2026-01-28T14:07:59.644" v="4498"/>
          <ac:graphicFrameMkLst>
            <pc:docMk/>
            <pc:sldMk cId="3340701025" sldId="274"/>
            <ac:graphicFrameMk id="6" creationId="{447E39F8-CA7B-DE30-AFF5-93B7E148BED5}"/>
          </ac:graphicFrameMkLst>
        </pc:graphicFrameChg>
        <pc:graphicFrameChg chg="add mod modGraphic">
          <ac:chgData name="Frommer, Ian Dr. (EDU)" userId="28ca3ff0-544f-450a-928b-99e19cf49b89" providerId="ADAL" clId="{FDDA6EB0-4FD6-4516-ACA5-A4CAC6441DA7}" dt="2026-01-28T15:37:43.164" v="5128"/>
          <ac:graphicFrameMkLst>
            <pc:docMk/>
            <pc:sldMk cId="3340701025" sldId="274"/>
            <ac:graphicFrameMk id="9" creationId="{C1A36B8C-F141-F386-4513-7457FC91735D}"/>
          </ac:graphicFrameMkLst>
        </pc:graphicFrameChg>
        <pc:picChg chg="add del mod">
          <ac:chgData name="Frommer, Ian Dr. (EDU)" userId="28ca3ff0-544f-450a-928b-99e19cf49b89" providerId="ADAL" clId="{FDDA6EB0-4FD6-4516-ACA5-A4CAC6441DA7}" dt="2026-01-28T14:08:16.159" v="4499" actId="478"/>
          <ac:picMkLst>
            <pc:docMk/>
            <pc:sldMk cId="3340701025" sldId="274"/>
            <ac:picMk id="5" creationId="{7BB1F126-D087-27EA-5A55-531B0E38C088}"/>
          </ac:picMkLst>
        </pc:picChg>
      </pc:sldChg>
      <pc:sldChg chg="modSp new mod">
        <pc:chgData name="Frommer, Ian Dr. (EDU)" userId="28ca3ff0-544f-450a-928b-99e19cf49b89" providerId="ADAL" clId="{FDDA6EB0-4FD6-4516-ACA5-A4CAC6441DA7}" dt="2026-01-28T18:24:42.800" v="6665" actId="27636"/>
        <pc:sldMkLst>
          <pc:docMk/>
          <pc:sldMk cId="3926103894" sldId="275"/>
        </pc:sldMkLst>
        <pc:spChg chg="mod">
          <ac:chgData name="Frommer, Ian Dr. (EDU)" userId="28ca3ff0-544f-450a-928b-99e19cf49b89" providerId="ADAL" clId="{FDDA6EB0-4FD6-4516-ACA5-A4CAC6441DA7}" dt="2026-01-28T17:03:34.713" v="6225" actId="20577"/>
          <ac:spMkLst>
            <pc:docMk/>
            <pc:sldMk cId="3926103894" sldId="275"/>
            <ac:spMk id="2" creationId="{C79BE984-2E7B-12FE-3FF9-760CF4A07D18}"/>
          </ac:spMkLst>
        </pc:spChg>
        <pc:spChg chg="mod">
          <ac:chgData name="Frommer, Ian Dr. (EDU)" userId="28ca3ff0-544f-450a-928b-99e19cf49b89" providerId="ADAL" clId="{FDDA6EB0-4FD6-4516-ACA5-A4CAC6441DA7}" dt="2026-01-28T18:24:42.800" v="6665" actId="27636"/>
          <ac:spMkLst>
            <pc:docMk/>
            <pc:sldMk cId="3926103894" sldId="275"/>
            <ac:spMk id="3" creationId="{9715713E-70E0-65E3-7AA9-332543E378E5}"/>
          </ac:spMkLst>
        </pc:spChg>
      </pc:sldChg>
      <pc:sldChg chg="modSp new mod">
        <pc:chgData name="Frommer, Ian Dr. (EDU)" userId="28ca3ff0-544f-450a-928b-99e19cf49b89" providerId="ADAL" clId="{FDDA6EB0-4FD6-4516-ACA5-A4CAC6441DA7}" dt="2026-01-28T16:15:41.345" v="5585" actId="2711"/>
        <pc:sldMkLst>
          <pc:docMk/>
          <pc:sldMk cId="116855442" sldId="276"/>
        </pc:sldMkLst>
        <pc:spChg chg="mod">
          <ac:chgData name="Frommer, Ian Dr. (EDU)" userId="28ca3ff0-544f-450a-928b-99e19cf49b89" providerId="ADAL" clId="{FDDA6EB0-4FD6-4516-ACA5-A4CAC6441DA7}" dt="2026-01-28T16:13:37.331" v="5302" actId="20577"/>
          <ac:spMkLst>
            <pc:docMk/>
            <pc:sldMk cId="116855442" sldId="276"/>
            <ac:spMk id="2" creationId="{244787B5-947E-CEBE-3B15-775218768B2F}"/>
          </ac:spMkLst>
        </pc:spChg>
        <pc:spChg chg="mod">
          <ac:chgData name="Frommer, Ian Dr. (EDU)" userId="28ca3ff0-544f-450a-928b-99e19cf49b89" providerId="ADAL" clId="{FDDA6EB0-4FD6-4516-ACA5-A4CAC6441DA7}" dt="2026-01-28T16:15:41.345" v="5585" actId="2711"/>
          <ac:spMkLst>
            <pc:docMk/>
            <pc:sldMk cId="116855442" sldId="276"/>
            <ac:spMk id="3" creationId="{78C5E5D2-E986-C8DC-5E0F-1FFA07B4DB0A}"/>
          </ac:spMkLst>
        </pc:spChg>
      </pc:sldChg>
      <pc:sldChg chg="modSp new mod">
        <pc:chgData name="Frommer, Ian Dr. (EDU)" userId="28ca3ff0-544f-450a-928b-99e19cf49b89" providerId="ADAL" clId="{FDDA6EB0-4FD6-4516-ACA5-A4CAC6441DA7}" dt="2026-01-28T16:22:45.638" v="5968" actId="113"/>
        <pc:sldMkLst>
          <pc:docMk/>
          <pc:sldMk cId="1904786083" sldId="277"/>
        </pc:sldMkLst>
        <pc:spChg chg="mod">
          <ac:chgData name="Frommer, Ian Dr. (EDU)" userId="28ca3ff0-544f-450a-928b-99e19cf49b89" providerId="ADAL" clId="{FDDA6EB0-4FD6-4516-ACA5-A4CAC6441DA7}" dt="2026-01-28T16:21:12.839" v="5636" actId="20577"/>
          <ac:spMkLst>
            <pc:docMk/>
            <pc:sldMk cId="1904786083" sldId="277"/>
            <ac:spMk id="2" creationId="{967DA226-503C-0BD1-5B57-C85361E19966}"/>
          </ac:spMkLst>
        </pc:spChg>
        <pc:spChg chg="mod">
          <ac:chgData name="Frommer, Ian Dr. (EDU)" userId="28ca3ff0-544f-450a-928b-99e19cf49b89" providerId="ADAL" clId="{FDDA6EB0-4FD6-4516-ACA5-A4CAC6441DA7}" dt="2026-01-28T16:22:45.638" v="5968" actId="113"/>
          <ac:spMkLst>
            <pc:docMk/>
            <pc:sldMk cId="1904786083" sldId="277"/>
            <ac:spMk id="3" creationId="{9E2F3199-640A-F156-02C2-65F41ADDA78B}"/>
          </ac:spMkLst>
        </pc:spChg>
      </pc:sldChg>
      <pc:sldChg chg="addSp delSp modSp new del mod">
        <pc:chgData name="Frommer, Ian Dr. (EDU)" userId="28ca3ff0-544f-450a-928b-99e19cf49b89" providerId="ADAL" clId="{FDDA6EB0-4FD6-4516-ACA5-A4CAC6441DA7}" dt="2026-01-28T18:38:39.183" v="7603" actId="47"/>
        <pc:sldMkLst>
          <pc:docMk/>
          <pc:sldMk cId="369720598" sldId="278"/>
        </pc:sldMkLst>
        <pc:spChg chg="mod">
          <ac:chgData name="Frommer, Ian Dr. (EDU)" userId="28ca3ff0-544f-450a-928b-99e19cf49b89" providerId="ADAL" clId="{FDDA6EB0-4FD6-4516-ACA5-A4CAC6441DA7}" dt="2026-01-28T17:04:00.894" v="6235" actId="20577"/>
          <ac:spMkLst>
            <pc:docMk/>
            <pc:sldMk cId="369720598" sldId="278"/>
            <ac:spMk id="2" creationId="{E81D9431-CE0E-E5CB-607C-E2B08BBE4C5A}"/>
          </ac:spMkLst>
        </pc:spChg>
        <pc:spChg chg="mod">
          <ac:chgData name="Frommer, Ian Dr. (EDU)" userId="28ca3ff0-544f-450a-928b-99e19cf49b89" providerId="ADAL" clId="{FDDA6EB0-4FD6-4516-ACA5-A4CAC6441DA7}" dt="2026-01-28T18:36:08.428" v="7360" actId="21"/>
          <ac:spMkLst>
            <pc:docMk/>
            <pc:sldMk cId="369720598" sldId="278"/>
            <ac:spMk id="3" creationId="{7E4FD0FF-0575-3F3D-166B-51ED497FE4F8}"/>
          </ac:spMkLst>
        </pc:spChg>
        <pc:spChg chg="add del">
          <ac:chgData name="Frommer, Ian Dr. (EDU)" userId="28ca3ff0-544f-450a-928b-99e19cf49b89" providerId="ADAL" clId="{FDDA6EB0-4FD6-4516-ACA5-A4CAC6441DA7}" dt="2026-01-28T17:03:59.026" v="6229" actId="22"/>
          <ac:spMkLst>
            <pc:docMk/>
            <pc:sldMk cId="369720598" sldId="278"/>
            <ac:spMk id="5" creationId="{FC5FDCA8-656B-81CB-EE54-F4D54FB13BF3}"/>
          </ac:spMkLst>
        </pc:spChg>
      </pc:sldChg>
      <pc:sldChg chg="modSp new mod">
        <pc:chgData name="Frommer, Ian Dr. (EDU)" userId="28ca3ff0-544f-450a-928b-99e19cf49b89" providerId="ADAL" clId="{FDDA6EB0-4FD6-4516-ACA5-A4CAC6441DA7}" dt="2026-01-28T18:31:35.624" v="7017" actId="20577"/>
        <pc:sldMkLst>
          <pc:docMk/>
          <pc:sldMk cId="4090457852" sldId="279"/>
        </pc:sldMkLst>
        <pc:spChg chg="mod">
          <ac:chgData name="Frommer, Ian Dr. (EDU)" userId="28ca3ff0-544f-450a-928b-99e19cf49b89" providerId="ADAL" clId="{FDDA6EB0-4FD6-4516-ACA5-A4CAC6441DA7}" dt="2026-01-28T18:25:45.878" v="6700" actId="20577"/>
          <ac:spMkLst>
            <pc:docMk/>
            <pc:sldMk cId="4090457852" sldId="279"/>
            <ac:spMk id="2" creationId="{E74B63B0-F7D2-725A-B0DB-F7CD4A77254A}"/>
          </ac:spMkLst>
        </pc:spChg>
        <pc:spChg chg="mod">
          <ac:chgData name="Frommer, Ian Dr. (EDU)" userId="28ca3ff0-544f-450a-928b-99e19cf49b89" providerId="ADAL" clId="{FDDA6EB0-4FD6-4516-ACA5-A4CAC6441DA7}" dt="2026-01-28T18:31:35.624" v="7017" actId="20577"/>
          <ac:spMkLst>
            <pc:docMk/>
            <pc:sldMk cId="4090457852" sldId="279"/>
            <ac:spMk id="3" creationId="{967EC5FF-440A-3667-B346-C2B95E3B621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A9C542-DF14-4D36-A372-CE9324CE6683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40BF0-5602-458F-94DD-902755450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9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issing.csail.mit.edu/2020/version-control/index.html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wget https://missing.csail.mit.edu/2020/version-control/index.html</a:t>
            </a:r>
            <a:endParaRPr lang="en-US" u="sng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40BF0-5602-458F-94DD-90275545097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11C5-5AE1-1900-C6E9-04CB386CA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7CB777-77AB-EFE1-DE7E-7996D95FB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C3FB8-B25B-38F5-1BCD-A2AE373F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7801A-4884-4281-9EFB-FF45899423B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361FD-6C6C-BC05-E0D1-A965AB471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5BAFA-1BA8-7A5F-D609-51D425636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DD90-A77B-40F5-AC10-4069DC996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30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C5C8B-0630-859C-850C-9FF7F07CF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0EAEB-3E5F-1287-DB7F-A846EC366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ABF80-174C-30EB-73A6-F9B5B2D1B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7801A-4884-4281-9EFB-FF45899423B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50CE0-C9DD-36AD-3CA3-48D6D0751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96852-74F4-62DA-E4B4-7064DF8ED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DD90-A77B-40F5-AC10-4069DC996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57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DBBE-1B96-8ACB-849A-EBBB397B0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65C50-9DDD-04F2-976A-05EF37D79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8BBA5-092C-47E6-3ED3-92B3B42FD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7801A-4884-4281-9EFB-FF45899423B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E187B-49EB-A2AF-55A1-1F060182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1E4C2-A143-473F-CA35-929C7611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DD90-A77B-40F5-AC10-4069DC996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85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1FCF5-C7A5-EDF5-48D5-BFC453917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9ED56-C229-28D1-1925-FD66E3ED2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85255-F4F4-4B5F-513A-7DF92CFCE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02D08-9686-FDAA-C423-85F697335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7801A-4884-4281-9EFB-FF45899423B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548D6-BB2A-65E4-FD94-DB8D61FBD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EA907-6906-17E9-F1AB-5C6AE0B22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DD90-A77B-40F5-AC10-4069DC996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86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1A44-4AD5-D7E7-0FB4-2D7F296B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6605F-266D-A211-5E54-636A6B0EC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9566B-8F68-F6BA-5D11-A93F23BB3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F44EFB-41F1-B8F3-023A-8017FEE1EA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8707C1-F0E3-3F51-8EB0-4037472D3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D143DA-FA35-46A6-71D4-DA9B75D4C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7801A-4884-4281-9EFB-FF45899423B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FEB88-9FEC-9371-6BCF-03058AB14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ACC4E8-7ACF-4A5C-8D22-C3D868EB5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DD90-A77B-40F5-AC10-4069DC996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55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9B3C4-D9D4-625D-49E9-7D3392CD9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A17945-C5CA-FB10-C95D-FDBEA78C2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7801A-4884-4281-9EFB-FF45899423B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4F88C8-5B87-27F1-BB50-89BEC67EE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2A39E-AEB5-09F6-D49E-CD7E8CFB0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DD90-A77B-40F5-AC10-4069DC996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88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89D29C-1891-AD2E-DC2F-653AD1D5D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7801A-4884-4281-9EFB-FF45899423B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0CE31-1335-4960-B4E8-AB9B146A8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06F84-17AB-4C71-8C40-B41B8725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DD90-A77B-40F5-AC10-4069DC996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535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4F50E-5E53-6367-F3C8-D98CA7B7D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6F1F5-33D0-399B-5A85-0C250F506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1EFA9-C4B4-0A05-FA92-718E096B8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D2CA2-2EBA-711E-E9FE-D3D1FDB52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7801A-4884-4281-9EFB-FF45899423B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C8899-5486-75CF-5E9E-E9D0DDD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E3277-D37E-248F-C031-160E22E2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DD90-A77B-40F5-AC10-4069DC996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44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2EF8D-2DAC-4EEF-A5F4-4CB4F5ADA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3FD5FE-EFF4-8908-EFF8-F8C02C2F3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5EDC7-BC62-D396-958D-6E4E637B4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0B006-461C-FDB0-C385-1DA84134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7801A-4884-4281-9EFB-FF45899423B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715A9-CF2C-7807-ABB7-E627B265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DF675-13EA-0320-3C55-354361459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DD90-A77B-40F5-AC10-4069DC996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69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E4558-1D91-EC24-8CC4-37E258D2A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F82F2-571A-4E8D-E589-DD3F2A3E9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3AB41-6DD4-1CAA-C331-E46D99A2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7801A-4884-4281-9EFB-FF45899423B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5E48A-563D-E4BC-B793-108F3B622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C7EF6-8280-C542-5937-8338A5427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DD90-A77B-40F5-AC10-4069DC996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5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8F4E99-BBF1-CC9E-F42A-A5A3C5064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4DB81B-BEC1-636D-AFE3-4065B3224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02155-33C5-599A-597E-0078DF04E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7801A-4884-4281-9EFB-FF45899423B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22DE3-781C-9B49-0D99-24DD3016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737CE-7F87-D3E6-FA6C-F6401A2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6DD90-A77B-40F5-AC10-4069DC996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63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A56299-2F49-A52B-1DF1-B1F11EC4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B9B9A-F165-3577-0FA9-5BE49BB92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335BB-3889-BC38-29D0-ED921EC77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7801A-4884-4281-9EFB-FF45899423B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31027-9B3F-B8A6-7141-DF9C3AE5B2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12442-C246-F7C8-F88C-CA15BB619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6DD90-A77B-40F5-AC10-4069DC996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38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issing.csail.mit.edu/2020/version-control/index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ast.noaa.gov/htdata/CMSP/AISDataHandler/2024/index.html" TargetMode="External"/><Relationship Id="rId2" Type="http://schemas.openxmlformats.org/officeDocument/2006/relationships/hyperlink" Target="https://hub.marinecadastre.gov/pages/vesseltraffic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url.se/docs/httpscripting.htm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eternallybored.org/misc/wget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101.com/" TargetMode="External"/><Relationship Id="rId2" Type="http://schemas.openxmlformats.org/officeDocument/2006/relationships/hyperlink" Target="https://automatetheboringstuff.com/3e/chapter9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2019.pygotham.org/talks/analyzing-the-evolution-of-irish-traditional-music-using-python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E8F83-6328-56D8-E459-9A149BA99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204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/>
              <a:t>Web Scraping and </a:t>
            </a:r>
            <a:br>
              <a:rPr lang="en-US"/>
            </a:br>
            <a:r>
              <a:rPr lang="en-US"/>
              <a:t>Data Wrangling </a:t>
            </a:r>
            <a:br>
              <a:rPr lang="en-US"/>
            </a:br>
            <a:r>
              <a:rPr lang="en-US"/>
              <a:t>in the Terminal</a:t>
            </a:r>
          </a:p>
        </p:txBody>
      </p:sp>
    </p:spTree>
    <p:extLst>
      <p:ext uri="{BB962C8B-B14F-4D97-AF65-F5344CB8AC3E}">
        <p14:creationId xmlns:p14="http://schemas.microsoft.com/office/powerpoint/2010/main" val="2724483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0C2CE-0C5E-3D43-D596-D15E88D74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4243"/>
          </a:xfrm>
        </p:spPr>
        <p:txBody>
          <a:bodyPr/>
          <a:lstStyle/>
          <a:p>
            <a:r>
              <a:rPr lang="en-US" b="1"/>
              <a:t>Today’s Material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311C9-645F-2B34-9627-AF9EF3451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2045"/>
            <a:ext cx="10515600" cy="4591256"/>
          </a:xfrm>
        </p:spPr>
        <p:txBody>
          <a:bodyPr>
            <a:normAutofit/>
          </a:bodyPr>
          <a:lstStyle/>
          <a:p>
            <a:pPr marL="571500" indent="-571500" fontAlgn="ctr">
              <a:buFont typeface="+mj-lt"/>
              <a:buAutoNum type="romanUcPeriod"/>
            </a:pPr>
            <a:r>
              <a:rPr lang="en-US"/>
              <a:t>Bring data </a:t>
            </a:r>
            <a:r>
              <a:rPr lang="en-US" i="1"/>
              <a:t>into</a:t>
            </a:r>
            <a:r>
              <a:rPr lang="en-US"/>
              <a:t> the terminal</a:t>
            </a:r>
          </a:p>
          <a:p>
            <a:pPr lvl="1" fontAlgn="ctr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curl</a:t>
            </a:r>
            <a:r>
              <a:rPr lang="en-US"/>
              <a:t>,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</a:p>
          <a:p>
            <a:pPr lvl="1" fontAlgn="ctr"/>
            <a:r>
              <a:rPr lang="en-US"/>
              <a:t>redirecting output to files</a:t>
            </a:r>
          </a:p>
          <a:p>
            <a:pPr marL="571500" indent="-571500" fontAlgn="ctr">
              <a:buFont typeface="+mj-lt"/>
              <a:buAutoNum type="romanUcPeriod"/>
            </a:pPr>
            <a:r>
              <a:rPr lang="en-US"/>
              <a:t>Inspecting data</a:t>
            </a:r>
          </a:p>
          <a:p>
            <a:pPr lvl="1" fontAlgn="ctr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head, tail, less, wc</a:t>
            </a:r>
          </a:p>
          <a:p>
            <a:pPr marL="571500" indent="-571500" fontAlgn="ctr">
              <a:buFont typeface="+mj-lt"/>
              <a:buAutoNum type="romanUcPeriod"/>
            </a:pPr>
            <a:r>
              <a:rPr lang="en-US"/>
              <a:t>Filtering &amp; transforming</a:t>
            </a:r>
          </a:p>
          <a:p>
            <a:pPr lvl="1" fontAlgn="ctr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en-US"/>
              <a:t> (including regex (what the re in grep stands for)</a:t>
            </a:r>
          </a:p>
          <a:p>
            <a:pPr lvl="1" fontAlgn="ctr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cut, tr, sort, uniq</a:t>
            </a:r>
          </a:p>
          <a:p>
            <a:pPr marL="571500" indent="-571500" fontAlgn="ctr">
              <a:buFont typeface="+mj-lt"/>
              <a:buAutoNum type="romanUcPeriod"/>
            </a:pPr>
            <a:r>
              <a:rPr lang="en-US"/>
              <a:t>Pipes</a:t>
            </a:r>
          </a:p>
          <a:p>
            <a:pPr lvl="1" fontAlgn="ctr"/>
            <a:r>
              <a:rPr lang="en-US"/>
              <a:t>connecting small tools together</a:t>
            </a:r>
          </a:p>
        </p:txBody>
      </p:sp>
    </p:spTree>
    <p:extLst>
      <p:ext uri="{BB962C8B-B14F-4D97-AF65-F5344CB8AC3E}">
        <p14:creationId xmlns:p14="http://schemas.microsoft.com/office/powerpoint/2010/main" val="3037661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D119A-55E1-F401-88CF-DD85B06C6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 Systems vs </a:t>
            </a:r>
            <a:br>
              <a:rPr lang="en-US"/>
            </a:br>
            <a:r>
              <a:rPr lang="en-US"/>
              <a:t>Data Science Techniques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814CC7-2431-F470-4E00-7298842069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4619617"/>
              </p:ext>
            </p:extLst>
          </p:nvPr>
        </p:nvGraphicFramePr>
        <p:xfrm>
          <a:off x="666974" y="2192592"/>
          <a:ext cx="10515601" cy="3892080"/>
        </p:xfrm>
        <a:graphic>
          <a:graphicData uri="http://schemas.openxmlformats.org/drawingml/2006/table">
            <a:tbl>
              <a:tblPr/>
              <a:tblGrid>
                <a:gridCol w="2326950">
                  <a:extLst>
                    <a:ext uri="{9D8B030D-6E8A-4147-A177-3AD203B41FA5}">
                      <a16:colId xmlns:a16="http://schemas.microsoft.com/office/drawing/2014/main" val="3042550708"/>
                    </a:ext>
                  </a:extLst>
                </a:gridCol>
                <a:gridCol w="4099866">
                  <a:extLst>
                    <a:ext uri="{9D8B030D-6E8A-4147-A177-3AD203B41FA5}">
                      <a16:colId xmlns:a16="http://schemas.microsoft.com/office/drawing/2014/main" val="1478323306"/>
                    </a:ext>
                  </a:extLst>
                </a:gridCol>
                <a:gridCol w="4088785">
                  <a:extLst>
                    <a:ext uri="{9D8B030D-6E8A-4147-A177-3AD203B41FA5}">
                      <a16:colId xmlns:a16="http://schemas.microsoft.com/office/drawing/2014/main" val="4167375080"/>
                    </a:ext>
                  </a:extLst>
                </a:gridCol>
              </a:tblGrid>
              <a:tr h="884095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2800" b="1">
                          <a:effectLst/>
                          <a:latin typeface="Calibri" panose="020F0502020204030204" pitchFamily="34" charset="0"/>
                        </a:rPr>
                        <a:t>Activity</a:t>
                      </a:r>
                    </a:p>
                  </a:txBody>
                  <a:tcPr marL="50800" marR="50800" marT="50800" marB="508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2800" b="1">
                          <a:effectLst/>
                          <a:latin typeface="Calibri" panose="020F0502020204030204" pitchFamily="34" charset="0"/>
                        </a:rPr>
                        <a:t>IS –</a:t>
                      </a:r>
                    </a:p>
                    <a:p>
                      <a:pPr marL="0" marR="0" fontAlgn="t">
                        <a:buNone/>
                      </a:pPr>
                      <a:r>
                        <a:rPr lang="en-US" sz="2800" b="1">
                          <a:effectLst/>
                          <a:latin typeface="Calibri" panose="020F0502020204030204" pitchFamily="34" charset="0"/>
                        </a:rPr>
                        <a:t> working in notebooks</a:t>
                      </a:r>
                    </a:p>
                  </a:txBody>
                  <a:tcPr marL="50800" marR="50800" marT="50800" marB="508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2800" b="1">
                          <a:effectLst/>
                          <a:latin typeface="Calibri" panose="020F0502020204030204" pitchFamily="34" charset="0"/>
                        </a:rPr>
                        <a:t>DST –</a:t>
                      </a:r>
                    </a:p>
                    <a:p>
                      <a:pPr marL="0" marR="0" fontAlgn="t">
                        <a:buNone/>
                      </a:pPr>
                      <a:r>
                        <a:rPr lang="en-US" sz="2800" b="1">
                          <a:effectLst/>
                          <a:latin typeface="Calibri" panose="020F0502020204030204" pitchFamily="34" charset="0"/>
                        </a:rPr>
                        <a:t>working in the terminal</a:t>
                      </a:r>
                    </a:p>
                  </a:txBody>
                  <a:tcPr marL="50800" marR="50800" marT="50800" marB="508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82403"/>
                  </a:ext>
                </a:extLst>
              </a:tr>
              <a:tr h="73426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</a:rPr>
                        <a:t>Bring in data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</a:rPr>
                        <a:t>Load CSV into pandas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</a:rPr>
                        <a:t>curl -&gt; text or csv file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926700"/>
                  </a:ext>
                </a:extLst>
              </a:tr>
              <a:tr h="73426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</a:rPr>
                        <a:t>Process data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</a:rPr>
                        <a:t>DataFrame methods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</a:rPr>
                        <a:t>grep, cut, sort, csvkit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757178"/>
                  </a:ext>
                </a:extLst>
              </a:tr>
              <a:tr h="73426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</a:rPr>
                        <a:t>Query data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</a:rPr>
                        <a:t>sqlite via Python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</a:rPr>
                        <a:t>sqlite3 directly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110427"/>
                  </a:ext>
                </a:extLst>
              </a:tr>
              <a:tr h="73426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</a:rPr>
                        <a:t>Execute 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</a:rPr>
                        <a:t>Run cell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</a:rPr>
                        <a:t>Run command(s)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46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031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7A244-83B9-D768-C81C-CDC8EB329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curl</a:t>
            </a:r>
            <a:r>
              <a:rPr lang="en-US"/>
              <a:t>,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71DED-0873-8D4D-915A-AE673DD5E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/>
              <a:t>Tools to bring data from the web to the terminal</a:t>
            </a:r>
          </a:p>
          <a:p>
            <a:pPr algn="just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curl</a:t>
            </a:r>
            <a:r>
              <a:rPr lang="en-US"/>
              <a:t> </a:t>
            </a:r>
          </a:p>
          <a:p>
            <a:pPr lvl="1" algn="just"/>
            <a:r>
              <a:rPr lang="en-US"/>
              <a:t>can handle more protocols and is available on more systems</a:t>
            </a:r>
          </a:p>
          <a:p>
            <a:pPr lvl="1" algn="just"/>
            <a:r>
              <a:rPr lang="en-US"/>
              <a:t>built in to Git Bash</a:t>
            </a:r>
          </a:p>
          <a:p>
            <a:pPr algn="just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r>
              <a:rPr lang="en-US"/>
              <a:t> </a:t>
            </a:r>
          </a:p>
          <a:p>
            <a:pPr lvl="1" algn="just"/>
            <a:r>
              <a:rPr lang="en-US"/>
              <a:t>can handle multiple file downloads and file formats</a:t>
            </a:r>
          </a:p>
          <a:p>
            <a:pPr lvl="1" algn="just"/>
            <a:r>
              <a:rPr lang="en-US"/>
              <a:t>built in to Windows PowerShell, but not Git Bash</a:t>
            </a:r>
          </a:p>
          <a:p>
            <a:pPr font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152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790EC-8356-0DF8-B21B-993C429B0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397"/>
            <a:ext cx="10515600" cy="1325563"/>
          </a:xfrm>
        </p:spPr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curl</a:t>
            </a:r>
            <a:r>
              <a:rPr lang="en-US"/>
              <a:t>   </a:t>
            </a:r>
            <a:r>
              <a:rPr lang="en-US" sz="3600"/>
              <a:t>(stands for “client URL”)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4572B-FA18-A30F-8221-0245B1DF8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7280"/>
            <a:ext cx="10515600" cy="5507915"/>
          </a:xfrm>
        </p:spPr>
        <p:txBody>
          <a:bodyPr>
            <a:normAutofit/>
          </a:bodyPr>
          <a:lstStyle/>
          <a:p>
            <a:pPr fontAlgn="ctr"/>
            <a:r>
              <a:rPr lang="en-US"/>
              <a:t>Usage</a:t>
            </a:r>
          </a:p>
          <a:p>
            <a:pPr lvl="1" fontAlgn="ctr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curl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&lt;web url&gt;</a:t>
            </a:r>
          </a:p>
          <a:p>
            <a:pPr lvl="1" fontAlgn="ctr"/>
            <a:r>
              <a:rPr lang="en-US"/>
              <a:t>Try it, e.g,		What happens?</a:t>
            </a:r>
          </a:p>
          <a:p>
            <a:pPr marL="457200" lvl="1" indent="0" fontAlgn="ctr">
              <a:buNone/>
            </a:pPr>
            <a:r>
              <a:rPr lang="en-US"/>
              <a:t>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curl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https://missing.csail.mit.edu/2020/version-control/index.html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fontAlgn="ctr">
              <a:buNone/>
            </a:pPr>
            <a:endParaRPr lang="en-US"/>
          </a:p>
          <a:p>
            <a:pPr fontAlgn="ctr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curl</a:t>
            </a:r>
            <a:r>
              <a:rPr lang="en-US"/>
              <a:t> has various parameters one can set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-O </a:t>
            </a:r>
            <a:r>
              <a:rPr lang="en-US"/>
              <a:t>to save the file with the same name as the remote file</a:t>
            </a:r>
          </a:p>
          <a:p>
            <a:pPr lvl="1" fontAlgn="ctr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-o new_name  </a:t>
            </a:r>
            <a:r>
              <a:rPr lang="en-US"/>
              <a:t>	 save it with new_name</a:t>
            </a:r>
          </a:p>
          <a:p>
            <a:pPr marL="457200" lvl="1" indent="0" fontAlgn="ctr">
              <a:buNone/>
            </a:pPr>
            <a:r>
              <a:rPr lang="en-US"/>
              <a:t>e.g, and recall from day 1 – </a:t>
            </a:r>
          </a:p>
          <a:p>
            <a:pPr marL="0" indent="0" fontAlgn="ctr">
              <a:buNone/>
            </a:pPr>
            <a:r>
              <a:rPr lang="en-US"/>
              <a:t>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curl -o mitgit.txt https://missing.csail.mit.edu/2020/version-control/index.html</a:t>
            </a:r>
            <a:endParaRPr lang="en-US" sz="2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fontAlgn="ctr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-L </a:t>
            </a:r>
            <a:r>
              <a:rPr lang="en-US"/>
              <a:t>to handle web page redirects</a:t>
            </a:r>
          </a:p>
          <a:p>
            <a:pPr lvl="1" fontAlgn="ctr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-s</a:t>
            </a:r>
            <a:r>
              <a:rPr lang="en-US"/>
              <a:t> suppress messages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9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7282D-9B34-96C0-9F45-0F1FC7C62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</p:spPr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curl</a:t>
            </a:r>
            <a:r>
              <a:rPr lang="en-US"/>
              <a:t>  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14645-57B3-38BD-6985-285F226A6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473200"/>
            <a:ext cx="11569700" cy="4703763"/>
          </a:xfrm>
        </p:spPr>
        <p:txBody>
          <a:bodyPr>
            <a:normAutofit fontScale="92500"/>
          </a:bodyPr>
          <a:lstStyle/>
          <a:p>
            <a:pPr fontAlgn="ctr"/>
            <a:r>
              <a:rPr lang="en-US"/>
              <a:t>downloading multiple files at once with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curl</a:t>
            </a:r>
          </a:p>
          <a:p>
            <a:pPr lvl="1"/>
            <a:r>
              <a:rPr lang="en-US"/>
              <a:t>use e.g.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[001-100].txt </a:t>
            </a:r>
            <a:r>
              <a:rPr lang="en-US"/>
              <a:t>to get multiple files ending with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001.txt</a:t>
            </a:r>
            <a:r>
              <a:rPr lang="en-US"/>
              <a:t> through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100.txt</a:t>
            </a:r>
          </a:p>
          <a:p>
            <a:pPr lvl="1"/>
            <a:r>
              <a:rPr lang="pt-BR"/>
              <a:t> We can download some </a:t>
            </a:r>
            <a:r>
              <a:rPr lang="pt-BR">
                <a:hlinkClick r:id="rId2"/>
              </a:rPr>
              <a:t>AIS data </a:t>
            </a:r>
            <a:r>
              <a:rPr lang="pt-BR"/>
              <a:t>a few files at a time:</a:t>
            </a:r>
          </a:p>
          <a:p>
            <a:pPr marL="0" indent="0">
              <a:buNone/>
            </a:pPr>
            <a:r>
              <a:rPr lang="pt-BR" sz="1600">
                <a:latin typeface="Courier New" panose="02070309020205020404" pitchFamily="49" charset="0"/>
                <a:cs typeface="Courier New" panose="02070309020205020404" pitchFamily="49" charset="0"/>
              </a:rPr>
              <a:t>  curl –O https://coast.noaa.gov/htdata/CMSP/AISDataHandler/2024/AIS_2024_01_[01-03].zip</a:t>
            </a:r>
          </a:p>
          <a:p>
            <a:pPr marL="0" indent="0">
              <a:buNone/>
            </a:pPr>
            <a:r>
              <a:rPr lang="pt-BR" sz="2000">
                <a:cs typeface="Courier New" panose="02070309020205020404" pitchFamily="49" charset="0"/>
              </a:rPr>
              <a:t>	or see below.  </a:t>
            </a:r>
          </a:p>
          <a:p>
            <a:pPr marL="914400" lvl="2" indent="0">
              <a:buNone/>
            </a:pPr>
            <a:r>
              <a:rPr lang="pt-BR" sz="1800">
                <a:cs typeface="Courier New" panose="02070309020205020404" pitchFamily="49" charset="0"/>
              </a:rPr>
              <a:t>Also if you have trouble pasting link from here, paste directly from browser at </a:t>
            </a:r>
            <a:r>
              <a:rPr lang="pt-BR" sz="1800">
                <a:cs typeface="Courier New" panose="02070309020205020404" pitchFamily="49" charset="0"/>
                <a:hlinkClick r:id="rId3"/>
              </a:rPr>
              <a:t>https://coast.noaa.gov/htdata/CMSP/AISDataHandler/2024/index.html</a:t>
            </a:r>
            <a:r>
              <a:rPr lang="pt-BR" sz="1800">
                <a:cs typeface="Courier New" panose="02070309020205020404" pitchFamily="49" charset="0"/>
              </a:rPr>
              <a:t> (right-click on file name to get its url, then edit to include [01-03])</a:t>
            </a:r>
          </a:p>
          <a:p>
            <a:pPr lvl="1"/>
            <a:r>
              <a:rPr lang="en-US"/>
              <a:t>can also use wildcards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/>
              <a:t>,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pPr lvl="1"/>
            <a:endParaRPr lang="en-US"/>
          </a:p>
          <a:p>
            <a:r>
              <a:rPr lang="en-US"/>
              <a:t>References:</a:t>
            </a:r>
          </a:p>
          <a:p>
            <a:pPr lvl="1"/>
            <a:r>
              <a:rPr lang="en-US"/>
              <a:t>p224 of the Linux Command Line book</a:t>
            </a:r>
          </a:p>
          <a:p>
            <a:pPr lvl="1"/>
            <a:r>
              <a:rPr lang="en-US">
                <a:hlinkClick r:id="rId4"/>
              </a:rPr>
              <a:t>The Art Of Scripting HTTP Requests Using curl</a:t>
            </a:r>
            <a:endParaRPr lang="en-US"/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3EDF5A-57DC-51DE-4118-979DF541CA5A}"/>
              </a:ext>
            </a:extLst>
          </p:cNvPr>
          <p:cNvSpPr txBox="1"/>
          <p:nvPr/>
        </p:nvSpPr>
        <p:spPr>
          <a:xfrm>
            <a:off x="317500" y="6235700"/>
            <a:ext cx="11170046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/>
              <a:t>or to put the task in the background so you can continue working, use &amp; at the end of the command:</a:t>
            </a:r>
          </a:p>
          <a:p>
            <a:r>
              <a:rPr lang="pt-BR" sz="1600">
                <a:latin typeface="Courier New" panose="02070309020205020404" pitchFamily="49" charset="0"/>
                <a:cs typeface="Courier New" panose="02070309020205020404" pitchFamily="49" charset="0"/>
              </a:rPr>
              <a:t>curl -Os https://coast.noaa.gov/htdata/CMSP/AISDataHandler/2024/AIS_2024_01_[01-03].zip &amp;</a:t>
            </a:r>
            <a:endParaRPr 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C1E41-8548-3BA3-04B8-56C956DE1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r>
              <a:rPr lang="en-US"/>
              <a:t> = world wide web 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CAFA3-CADA-8078-6A29-FF3C6E551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54595"/>
          </a:xfrm>
        </p:spPr>
        <p:txBody>
          <a:bodyPr numCol="1">
            <a:normAutofit/>
          </a:bodyPr>
          <a:lstStyle/>
          <a:p>
            <a:pPr algn="just"/>
            <a:r>
              <a:rPr lang="en-US"/>
              <a:t>download via https and ftp</a:t>
            </a:r>
          </a:p>
          <a:p>
            <a:pPr lvl="0" algn="just"/>
            <a:r>
              <a:rPr lang="en-US"/>
              <a:t>better at downloading multiple files recursively than </a:t>
            </a:r>
            <a:r>
              <a:rPr lang="en-US" b="1"/>
              <a:t>curl</a:t>
            </a:r>
            <a:endParaRPr lang="en-US"/>
          </a:p>
          <a:p>
            <a:pPr lvl="0" algn="just"/>
            <a:r>
              <a:rPr lang="en-US"/>
              <a:t>how to use it</a:t>
            </a:r>
          </a:p>
          <a:p>
            <a:pPr lvl="1"/>
            <a:r>
              <a:rPr lang="en-US"/>
              <a:t>it works on Windows </a:t>
            </a:r>
            <a:r>
              <a:rPr lang="en-US" b="1"/>
              <a:t>PowerShell</a:t>
            </a:r>
            <a:r>
              <a:rPr lang="en-US"/>
              <a:t> (is actually invoking the CMD-let Invoke-WebRequest</a:t>
            </a:r>
            <a:r>
              <a:rPr lang="en-US" b="1"/>
              <a:t>)</a:t>
            </a:r>
            <a:endParaRPr lang="en-US"/>
          </a:p>
          <a:p>
            <a:pPr lvl="1"/>
            <a:r>
              <a:rPr lang="en-US"/>
              <a:t>it’s not on </a:t>
            </a:r>
            <a:r>
              <a:rPr lang="en-US" b="1"/>
              <a:t>Git Bash </a:t>
            </a:r>
            <a:r>
              <a:rPr lang="en-US"/>
              <a:t>but you can install it </a:t>
            </a:r>
          </a:p>
          <a:p>
            <a:pPr lvl="2"/>
            <a:r>
              <a:rPr lang="en-US" sz="2400"/>
              <a:t>I sent this to you ahead of time and it’s on the next slide, so we won’t cover it in detail in class</a:t>
            </a:r>
          </a:p>
        </p:txBody>
      </p:sp>
    </p:spTree>
    <p:extLst>
      <p:ext uri="{BB962C8B-B14F-4D97-AF65-F5344CB8AC3E}">
        <p14:creationId xmlns:p14="http://schemas.microsoft.com/office/powerpoint/2010/main" val="522111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0DFAE-0B48-1CF5-6EEF-C6F58FB1B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Installing wget in Git Bash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69C95-2CE7-DA43-A276-5CF19B6C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5067299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/>
              <a:t>Not required, but I highly recommend you go through this process</a:t>
            </a:r>
          </a:p>
          <a:p>
            <a:pPr algn="just"/>
            <a:r>
              <a:rPr lang="en-US" b="1"/>
              <a:t>Download</a:t>
            </a:r>
            <a:r>
              <a:rPr lang="en-US"/>
              <a:t> wget.exe for Windows </a:t>
            </a:r>
          </a:p>
          <a:p>
            <a:pPr lvl="1" algn="just"/>
            <a:r>
              <a:rPr lang="en-US"/>
              <a:t>from </a:t>
            </a:r>
            <a:r>
              <a:rPr lang="en-US" u="sng">
                <a:hlinkClick r:id="rId2"/>
              </a:rPr>
              <a:t>GNU Wget 1.21.4 for Windows</a:t>
            </a:r>
            <a:r>
              <a:rPr lang="en-US"/>
              <a:t> (the x64 version)</a:t>
            </a:r>
          </a:p>
          <a:p>
            <a:pPr lvl="1" algn="just"/>
            <a:r>
              <a:rPr lang="en-US"/>
              <a:t>note you could download it using curl:  </a:t>
            </a:r>
          </a:p>
          <a:p>
            <a:pPr marL="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curl -O https://eternallybored.org/misc/wget/1.21.4/64/wget.exe</a:t>
            </a:r>
          </a:p>
          <a:p>
            <a:pPr algn="just"/>
            <a:r>
              <a:rPr lang="en-US" b="1"/>
              <a:t>Put the downloaded file in a folder </a:t>
            </a:r>
            <a:r>
              <a:rPr lang="en-US"/>
              <a:t>on your machine. </a:t>
            </a:r>
          </a:p>
          <a:p>
            <a:pPr lvl="1" algn="just"/>
            <a:r>
              <a:rPr lang="en-US"/>
              <a:t>This could be a tools folder you set up to store tools and applications you download.</a:t>
            </a:r>
          </a:p>
          <a:p>
            <a:pPr algn="just"/>
            <a:r>
              <a:rPr lang="en-US" b="1"/>
              <a:t>Edit your 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~/.bashrc </a:t>
            </a:r>
            <a:r>
              <a:rPr lang="en-US" b="1"/>
              <a:t>file</a:t>
            </a:r>
            <a:r>
              <a:rPr lang="en-US"/>
              <a:t>:</a:t>
            </a:r>
          </a:p>
          <a:p>
            <a:pPr lvl="1" algn="just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$ cd ~</a:t>
            </a:r>
          </a:p>
          <a:p>
            <a:pPr lvl="1" algn="just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$ nano .bashrc</a:t>
            </a:r>
          </a:p>
          <a:p>
            <a:pPr lvl="1" algn="just"/>
            <a:r>
              <a:rPr lang="en-US"/>
              <a:t>Add this line to the file – </a:t>
            </a:r>
          </a:p>
          <a:p>
            <a:pPr marL="457200" lvl="1" indent="0">
              <a:buNone/>
            </a:pPr>
            <a:r>
              <a:rPr lang="en-US"/>
              <a:t>	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export PATH="$PATH:/c/Users/ifrommer/tools“   </a:t>
            </a:r>
          </a:p>
          <a:p>
            <a:pPr marL="457200" lvl="1" indent="0">
              <a:buNone/>
            </a:pPr>
            <a:r>
              <a:rPr lang="en-US"/>
              <a:t>but replace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/c/Users/ifrommer/tools </a:t>
            </a:r>
            <a:r>
              <a:rPr lang="en-US"/>
              <a:t>with the path to the folder where you stored wget</a:t>
            </a:r>
          </a:p>
          <a:p>
            <a:pPr algn="just"/>
            <a:r>
              <a:rPr lang="en-US"/>
              <a:t>Then type:   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source ~/.bashrc </a:t>
            </a:r>
            <a:r>
              <a:rPr lang="en-US"/>
              <a:t>and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wget </a:t>
            </a:r>
            <a:r>
              <a:rPr lang="en-US"/>
              <a:t>should work.</a:t>
            </a:r>
          </a:p>
          <a:p>
            <a:pPr algn="just"/>
            <a:r>
              <a:rPr lang="en-US"/>
              <a:t>After, type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echo </a:t>
            </a:r>
            <a:r>
              <a:rPr lang="so-SO">
                <a:latin typeface="Courier New" panose="02070309020205020404" pitchFamily="49" charset="0"/>
                <a:cs typeface="Courier New" panose="02070309020205020404" pitchFamily="49" charset="0"/>
              </a:rPr>
              <a:t>$PATH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/>
              <a:t>then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which wget </a:t>
            </a:r>
            <a:r>
              <a:rPr lang="en-US"/>
              <a:t>to </a:t>
            </a:r>
            <a:r>
              <a:rPr lang="so-SO"/>
              <a:t>show </a:t>
            </a:r>
            <a:r>
              <a:rPr lang="en-US"/>
              <a:t>it </a:t>
            </a:r>
            <a:r>
              <a:rPr lang="so-SO"/>
              <a:t>is installed</a:t>
            </a:r>
            <a:r>
              <a:rPr lang="en-US"/>
              <a:t> and where.</a:t>
            </a:r>
          </a:p>
          <a:p>
            <a:pPr algn="just"/>
            <a:r>
              <a:rPr lang="en-US"/>
              <a:t>This should work after quitting and coming back.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80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5613D-3941-706E-FE59-4033850D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964"/>
            <a:ext cx="10515600" cy="1325563"/>
          </a:xfrm>
        </p:spPr>
        <p:txBody>
          <a:bodyPr/>
          <a:lstStyle/>
          <a:p>
            <a:r>
              <a:rPr lang="en-US"/>
              <a:t>wget (cont)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B79B8-8212-323F-404A-5214CBE13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527"/>
            <a:ext cx="10515600" cy="5289370"/>
          </a:xfrm>
        </p:spPr>
        <p:txBody>
          <a:bodyPr>
            <a:normAutofit fontScale="85000" lnSpcReduction="20000"/>
          </a:bodyPr>
          <a:lstStyle/>
          <a:p>
            <a:pPr lvl="0" algn="just"/>
            <a:r>
              <a:rPr lang="en-US"/>
              <a:t>Key option flags</a:t>
            </a:r>
          </a:p>
          <a:p>
            <a:pPr lvl="1" algn="just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-b</a:t>
            </a:r>
            <a:r>
              <a:rPr lang="en-US"/>
              <a:t> download in background</a:t>
            </a:r>
          </a:p>
          <a:p>
            <a:pPr lvl="1" algn="just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-q</a:t>
            </a:r>
            <a:r>
              <a:rPr lang="en-US"/>
              <a:t> suppress output</a:t>
            </a:r>
          </a:p>
          <a:p>
            <a:pPr lvl="1" algn="just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-c</a:t>
            </a:r>
            <a:r>
              <a:rPr lang="en-US"/>
              <a:t> resume broken download</a:t>
            </a:r>
          </a:p>
          <a:p>
            <a:pPr lvl="1" algn="just"/>
            <a:r>
              <a:rPr lang="en-US" b="1"/>
              <a:t>By default, 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r>
              <a:rPr lang="en-US" b="1"/>
              <a:t> downloads the web page to a local file with the same name</a:t>
            </a:r>
          </a:p>
          <a:p>
            <a:pPr marL="457200" lvl="1" indent="0" algn="just">
              <a:buNone/>
            </a:pPr>
            <a:r>
              <a:rPr lang="en-US" b="1"/>
              <a:t>Use 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-o &lt;output filename&gt;</a:t>
            </a:r>
            <a:r>
              <a:rPr lang="en-US" b="1"/>
              <a:t>     to set the local name, just like 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curl</a:t>
            </a:r>
          </a:p>
          <a:p>
            <a:pPr marL="457200" lvl="1" indent="0" algn="just">
              <a:buNone/>
            </a:pPr>
            <a:endParaRPr lang="en-US"/>
          </a:p>
          <a:p>
            <a:pPr lvl="0" algn="just"/>
            <a:r>
              <a:rPr lang="en-US"/>
              <a:t>Multiple file downloading</a:t>
            </a:r>
          </a:p>
          <a:p>
            <a:pPr lvl="1" algn="just"/>
            <a:r>
              <a:rPr lang="en-US"/>
              <a:t>follow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r>
              <a:rPr lang="en-US"/>
              <a:t> with space-separated list of file names</a:t>
            </a:r>
          </a:p>
          <a:p>
            <a:pPr lvl="2" algn="just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wget https://example.com/a.txt  https://example.com/b.txt</a:t>
            </a:r>
          </a:p>
          <a:p>
            <a:pPr lvl="1" algn="just"/>
            <a:r>
              <a:rPr lang="en-US"/>
              <a:t>Or provide a text file of urls, 1 per line e.g.,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url_list.txt </a:t>
            </a:r>
          </a:p>
          <a:p>
            <a:pPr marL="457200" lvl="1" indent="0" algn="just">
              <a:buNone/>
            </a:pPr>
            <a:r>
              <a:rPr lang="en-US"/>
              <a:t> 	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wget -i url_list.txt </a:t>
            </a:r>
            <a:r>
              <a:rPr lang="en-US"/>
              <a:t>     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-i </a:t>
            </a:r>
            <a:r>
              <a:rPr lang="en-US"/>
              <a:t>means local file)</a:t>
            </a:r>
          </a:p>
          <a:p>
            <a:pPr marL="457200" lvl="1" indent="0" algn="just">
              <a:buNone/>
            </a:pPr>
            <a:endParaRPr lang="en-US"/>
          </a:p>
          <a:p>
            <a:pPr lvl="0" algn="just"/>
            <a:r>
              <a:rPr lang="en-US"/>
              <a:t>Download constraints</a:t>
            </a:r>
          </a:p>
          <a:p>
            <a:pPr lvl="1" algn="just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wget --limit-rate=200k -i url_list.txt</a:t>
            </a:r>
          </a:p>
          <a:p>
            <a:pPr lvl="1" algn="just"/>
            <a:r>
              <a:rPr lang="en-US"/>
              <a:t>enforce mandatory wait time between downloads to not get shut out of a server with download restrictions </a:t>
            </a:r>
          </a:p>
          <a:p>
            <a:pPr lvl="2" algn="just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--wait=2.5     </a:t>
            </a:r>
            <a:r>
              <a:rPr lang="en-US"/>
              <a:t>(wait 2.5 seconds between each download)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89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7F2BA-9C10-DEB1-B176-0A3FB5C4A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 fontAlgn="ctr"/>
            <a:r>
              <a:rPr lang="en-US"/>
              <a:t>Inspecting data in the terminal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08B70-2F98-CD82-0375-82280C706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5440"/>
            <a:ext cx="10515600" cy="4561523"/>
          </a:xfrm>
        </p:spPr>
        <p:txBody>
          <a:bodyPr>
            <a:normAutofit/>
          </a:bodyPr>
          <a:lstStyle/>
          <a:p>
            <a:r>
              <a:rPr lang="en-US">
                <a:latin typeface="Calibri" panose="020F0502020204030204" pitchFamily="34" charset="0"/>
              </a:rPr>
              <a:t>After you download a file using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curl</a:t>
            </a:r>
            <a:r>
              <a:rPr lang="en-US">
                <a:latin typeface="Calibri" panose="020F0502020204030204" pitchFamily="34" charset="0"/>
              </a:rPr>
              <a:t> or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r>
              <a:rPr lang="en-US">
                <a:latin typeface="Calibri" panose="020F0502020204030204" pitchFamily="34" charset="0"/>
              </a:rPr>
              <a:t>, you can look at its contents with: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>
                <a:latin typeface="Calibri" panose="020F0502020204030204" pitchFamily="34" charset="0"/>
              </a:rPr>
              <a:t> – see all of it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less</a:t>
            </a:r>
            <a:r>
              <a:rPr lang="en-US">
                <a:latin typeface="Calibri" panose="020F0502020204030204" pitchFamily="34" charset="0"/>
              </a:rPr>
              <a:t> – see one page at a time, type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lang="en-US">
                <a:latin typeface="Calibri" panose="020F0502020204030204" pitchFamily="34" charset="0"/>
              </a:rPr>
              <a:t> to exit out of it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en-US">
                <a:latin typeface="Calibri" panose="020F0502020204030204" pitchFamily="34" charset="0"/>
              </a:rPr>
              <a:t> (and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tail</a:t>
            </a:r>
            <a:r>
              <a:rPr lang="en-US">
                <a:latin typeface="Calibri" panose="020F0502020204030204" pitchFamily="34" charset="0"/>
              </a:rPr>
              <a:t>) – see the beginning (or end) 5 lines </a:t>
            </a:r>
          </a:p>
          <a:p>
            <a:pPr lvl="2"/>
            <a:r>
              <a:rPr lang="en-US">
                <a:latin typeface="Calibri" panose="020F0502020204030204" pitchFamily="34" charset="0"/>
              </a:rPr>
              <a:t>or n lines where n is an integer if we specify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en-US">
                <a:latin typeface="Calibri" panose="020F0502020204030204" pitchFamily="34" charset="0"/>
              </a:rPr>
              <a:t> (or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tail</a:t>
            </a:r>
            <a:r>
              <a:rPr lang="en-US">
                <a:latin typeface="Calibri" panose="020F0502020204030204" pitchFamily="34" charset="0"/>
              </a:rPr>
              <a:t>)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-n filename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nano</a:t>
            </a:r>
            <a:r>
              <a:rPr lang="en-US">
                <a:latin typeface="Calibri" panose="020F0502020204030204" pitchFamily="34" charset="0"/>
              </a:rPr>
              <a:t> – open it for editing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wc myfile</a:t>
            </a:r>
            <a:r>
              <a:rPr lang="en-US">
                <a:latin typeface="Calibri" panose="020F0502020204030204" pitchFamily="34" charset="0"/>
              </a:rPr>
              <a:t> -  line, word, byte counts of the the file  (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wc –help</a:t>
            </a:r>
            <a:r>
              <a:rPr lang="en-US">
                <a:latin typeface="Calibri" panose="020F0502020204030204" pitchFamily="34" charset="0"/>
              </a:rPr>
              <a:t>)</a:t>
            </a:r>
          </a:p>
          <a:p>
            <a:pPr lvl="1"/>
            <a:r>
              <a:rPr lang="en-US">
                <a:latin typeface="Calibri" panose="020F0502020204030204" pitchFamily="34" charset="0"/>
              </a:rPr>
              <a:t>use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–l</a:t>
            </a:r>
            <a:r>
              <a:rPr lang="en-US">
                <a:latin typeface="Calibri" panose="020F0502020204030204" pitchFamily="34" charset="0"/>
              </a:rPr>
              <a:t> for line count only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alibri" panose="020F0502020204030204" pitchFamily="34" charset="0"/>
              </a:rPr>
              <a:t>try these out on the files we downloaded</a:t>
            </a:r>
          </a:p>
        </p:txBody>
      </p:sp>
    </p:spTree>
    <p:extLst>
      <p:ext uri="{BB962C8B-B14F-4D97-AF65-F5344CB8AC3E}">
        <p14:creationId xmlns:p14="http://schemas.microsoft.com/office/powerpoint/2010/main" val="2106510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E984-2E7B-12FE-3FF9-760CF4A07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file inspecting plus </a:t>
            </a:r>
            <a:br>
              <a:rPr lang="en-US"/>
            </a:br>
            <a:r>
              <a:rPr lang="en-US"/>
              <a:t>  searching and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5713E-70E0-65E3-7AA9-332543E37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en-US" sz="2400"/>
              <a:t>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&lt;pattern&gt; &lt;file&gt;</a:t>
            </a:r>
            <a:r>
              <a:rPr lang="en-US"/>
              <a:t> - search for a string within a file or files</a:t>
            </a:r>
          </a:p>
          <a:p>
            <a:r>
              <a:rPr lang="en-US"/>
              <a:t>Recall from Day 1- </a:t>
            </a:r>
          </a:p>
          <a:p>
            <a:pPr marL="914400" lvl="2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grep '&lt;h2 id' mitgit.txt</a:t>
            </a:r>
          </a:p>
          <a:p>
            <a:r>
              <a:rPr lang="en-US"/>
              <a:t>Search recursively through subfolders and only look within files of a certain type, e.g. 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grep -R "pulp" --include="*.py" .</a:t>
            </a:r>
          </a:p>
          <a:p>
            <a:r>
              <a:rPr lang="en-US"/>
              <a:t>Find a vessel name in head of your AIS csv, say it’s BULLDOG, then try this – 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grep BULLDOG your.csv </a:t>
            </a:r>
            <a:r>
              <a:rPr lang="en-US">
                <a:cs typeface="Courier New" panose="02070309020205020404" pitchFamily="49" charset="0"/>
              </a:rPr>
              <a:t>and pipe it to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less, wc -l</a:t>
            </a:r>
          </a:p>
          <a:p>
            <a:pPr lvl="1"/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03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B63B0-F7D2-725A-B0DB-F7CD4A772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using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en-US"/>
              <a:t> with regular expressions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regex,</a:t>
            </a:r>
            <a:r>
              <a:rPr lang="en-US"/>
              <a:t> what the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re</a:t>
            </a:r>
            <a:r>
              <a:rPr lang="en-US"/>
              <a:t> in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en-US"/>
              <a:t> stands for)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EC5FF-440A-3667-B346-C2B95E3B6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/>
              <a:t>Use patterns to find strings matching the pattern</a:t>
            </a:r>
          </a:p>
          <a:p>
            <a:endParaRPr lang="pt-BR"/>
          </a:p>
          <a:p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grep -E '^\S+ \S+ \S+$' *11*.csv</a:t>
            </a:r>
          </a:p>
          <a:p>
            <a:pPr lvl="1"/>
            <a:r>
              <a:rPr lang="en-US"/>
              <a:t>^ - start of string</a:t>
            </a:r>
          </a:p>
          <a:p>
            <a:pPr lvl="1"/>
            <a:r>
              <a:rPr lang="en-US"/>
              <a:t>\S – any non-whitespace characters</a:t>
            </a:r>
          </a:p>
          <a:p>
            <a:pPr lvl="1"/>
            <a:r>
              <a:rPr lang="en-US"/>
              <a:t>+ - 1 or more</a:t>
            </a:r>
          </a:p>
          <a:p>
            <a:pPr lvl="1"/>
            <a:r>
              <a:rPr lang="en-US"/>
              <a:t>$ - end of string</a:t>
            </a:r>
          </a:p>
          <a:p>
            <a:pPr lvl="1"/>
            <a:r>
              <a:rPr lang="en-US"/>
              <a:t>note the blank spaces inside too</a:t>
            </a:r>
          </a:p>
          <a:p>
            <a:pPr lvl="1"/>
            <a:r>
              <a:rPr lang="en-US" b="1"/>
              <a:t>This finds 3-word strings!</a:t>
            </a:r>
          </a:p>
          <a:p>
            <a:pPr lvl="1"/>
            <a:r>
              <a:rPr lang="en-US"/>
              <a:t>This is only one example, we will likely do much more…</a:t>
            </a:r>
          </a:p>
          <a:p>
            <a:endParaRPr lang="en-US"/>
          </a:p>
          <a:p>
            <a:r>
              <a:rPr lang="en-US"/>
              <a:t>See:</a:t>
            </a:r>
          </a:p>
          <a:p>
            <a:pPr lvl="1"/>
            <a:r>
              <a:rPr lang="en-US">
                <a:hlinkClick r:id="rId2"/>
              </a:rPr>
              <a:t>https://automatetheboringstuff.com/3e/chapter9.html</a:t>
            </a:r>
            <a:endParaRPr lang="en-US"/>
          </a:p>
          <a:p>
            <a:pPr lvl="1"/>
            <a:r>
              <a:rPr lang="en-US">
                <a:hlinkClick r:id="rId3"/>
              </a:rPr>
              <a:t>https://regex101.com/</a:t>
            </a:r>
            <a:r>
              <a:rPr lang="en-US"/>
              <a:t> to check your guesses (and bonus – it explains the patterns too)</a:t>
            </a:r>
          </a:p>
          <a:p>
            <a:pPr lvl="1"/>
            <a:r>
              <a:rPr lang="en-US"/>
              <a:t>excellent talk I saw at PyGotham in 2019 using regexp to help analyze Irish jigs and reels - </a:t>
            </a:r>
            <a:r>
              <a:rPr lang="en-US">
                <a:hlinkClick r:id="rId4"/>
              </a:rPr>
              <a:t>https://2019.pygotham.org/talks/analyzing-the-evolution-of-irish-traditional-music-using-python/</a:t>
            </a:r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57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DD1B3-2316-6B65-6695-A15AE2FD7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More on filtering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8A8B7-98B9-63D5-A0F0-34ED68B70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cut </a:t>
            </a:r>
            <a:r>
              <a:rPr lang="en-US">
                <a:cs typeface="Courier New" panose="02070309020205020404" pitchFamily="49" charset="0"/>
              </a:rPr>
              <a:t>– fairly powerful, we will use to isolate columns of a file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looking at the AIS CSV, we can see the vessel name is in column 8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cut -d',' -f8 your.csv | less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-d','</a:t>
            </a:r>
            <a:r>
              <a:rPr lang="en-US">
                <a:cs typeface="Courier New" panose="02070309020205020404" pitchFamily="49" charset="0"/>
              </a:rPr>
              <a:t> = rows are </a:t>
            </a:r>
            <a:r>
              <a:rPr lang="en-US" b="1">
                <a:cs typeface="Courier New" panose="02070309020205020404" pitchFamily="49" charset="0"/>
              </a:rPr>
              <a:t>d</a:t>
            </a:r>
            <a:r>
              <a:rPr lang="en-US">
                <a:cs typeface="Courier New" panose="02070309020205020404" pitchFamily="49" charset="0"/>
              </a:rPr>
              <a:t>elimited by commas (,)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-f8</a:t>
            </a:r>
            <a:r>
              <a:rPr lang="en-US">
                <a:cs typeface="Courier New" panose="02070309020205020404" pitchFamily="49" charset="0"/>
              </a:rPr>
              <a:t> = cut out the 8</a:t>
            </a:r>
            <a:r>
              <a:rPr lang="en-US" baseline="30000">
                <a:cs typeface="Courier New" panose="02070309020205020404" pitchFamily="49" charset="0"/>
              </a:rPr>
              <a:t>th</a:t>
            </a:r>
            <a:r>
              <a:rPr lang="en-US">
                <a:cs typeface="Courier New" panose="02070309020205020404" pitchFamily="49" charset="0"/>
              </a:rPr>
              <a:t> field in the row</a:t>
            </a:r>
          </a:p>
          <a:p>
            <a:r>
              <a:rPr lang="en-US">
                <a:latin typeface="+mj-lt"/>
                <a:cs typeface="Courier New" panose="02070309020205020404" pitchFamily="49" charset="0"/>
              </a:rPr>
              <a:t>try something like this</a:t>
            </a:r>
          </a:p>
          <a:p>
            <a:pPr marL="457200" lvl="1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head -1000 your.csv &gt;  h1000.csv</a:t>
            </a:r>
          </a:p>
          <a:p>
            <a:pPr marL="457200" lvl="1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cut -d',' -f8 h1000.csv &gt; vessels.txt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sort </a:t>
            </a:r>
            <a:r>
              <a:rPr lang="en-US">
                <a:cs typeface="Courier New" panose="02070309020205020404" pitchFamily="49" charset="0"/>
              </a:rPr>
              <a:t>– what do you think this does?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uniq </a:t>
            </a:r>
            <a:r>
              <a:rPr lang="en-US">
                <a:cs typeface="Courier New" panose="02070309020205020404" pitchFamily="49" charset="0"/>
              </a:rPr>
              <a:t>– what do you think this does?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483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19F9E-C0CC-C4DF-DB7A-7050BC0CE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Pipes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FA1D2-BB8C-77BA-EED7-8854B2991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connecting terminal tools together</a:t>
            </a:r>
          </a:p>
          <a:p>
            <a:r>
              <a:rPr lang="en-US"/>
              <a:t>we have started to do this with | (and &gt;) between commands</a:t>
            </a:r>
          </a:p>
          <a:p>
            <a:r>
              <a:rPr lang="en-US"/>
              <a:t>more later within shell scripts when we get to automation</a:t>
            </a:r>
          </a:p>
        </p:txBody>
      </p:sp>
    </p:spTree>
    <p:extLst>
      <p:ext uri="{BB962C8B-B14F-4D97-AF65-F5344CB8AC3E}">
        <p14:creationId xmlns:p14="http://schemas.microsoft.com/office/powerpoint/2010/main" val="1174974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DA226-503C-0BD1-5B57-C85361E19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F3199-640A-F156-02C2-65F41ADDA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more structured data analysis from the command line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csvkit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sqlite3</a:t>
            </a:r>
          </a:p>
          <a:p>
            <a:pPr lvl="1"/>
            <a:r>
              <a:rPr lang="en-US"/>
              <a:t>other tools</a:t>
            </a:r>
          </a:p>
          <a:p>
            <a:r>
              <a:rPr lang="en-US"/>
              <a:t>look out for </a:t>
            </a:r>
            <a:r>
              <a:rPr lang="en-US" b="1"/>
              <a:t>instructions </a:t>
            </a:r>
            <a:r>
              <a:rPr lang="en-US"/>
              <a:t>from me on how to </a:t>
            </a:r>
            <a:r>
              <a:rPr lang="en-US" b="1"/>
              <a:t>install </a:t>
            </a:r>
            <a:r>
              <a:rPr lang="en-US"/>
              <a:t>some of these tools</a:t>
            </a:r>
          </a:p>
          <a:p>
            <a:pPr lvl="1"/>
            <a:r>
              <a:rPr lang="en-US"/>
              <a:t>we will want to get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US"/>
              <a:t> wired up inside Git Bash so we can access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Python</a:t>
            </a:r>
            <a:r>
              <a:rPr lang="en-US"/>
              <a:t> so we can install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csvkit</a:t>
            </a:r>
            <a:r>
              <a:rPr lang="en-US"/>
              <a:t> and for other activities coming up</a:t>
            </a:r>
          </a:p>
        </p:txBody>
      </p:sp>
    </p:spTree>
    <p:extLst>
      <p:ext uri="{BB962C8B-B14F-4D97-AF65-F5344CB8AC3E}">
        <p14:creationId xmlns:p14="http://schemas.microsoft.com/office/powerpoint/2010/main" val="1904786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1EA5A-09C1-6243-16CE-11D5B46C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7687E-B817-3ED2-E8F4-0B0136040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en-US"/>
              <a:t>use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en-US"/>
              <a:t> with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en-US"/>
              <a:t> </a:t>
            </a:r>
          </a:p>
          <a:p>
            <a:pPr fontAlgn="ctr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awk</a:t>
            </a:r>
            <a:r>
              <a:rPr lang="en-US"/>
              <a:t> and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sed</a:t>
            </a:r>
            <a:r>
              <a:rPr lang="en-US"/>
              <a:t> – more complex file manipulation, we may get to later on </a:t>
            </a:r>
          </a:p>
          <a:p>
            <a:pPr fontAlgn="ctr"/>
            <a:r>
              <a:rPr lang="en-US"/>
              <a:t>data - https://catalog.data.gov/dataset?q=&amp;sort=views_recent+desc</a:t>
            </a:r>
          </a:p>
        </p:txBody>
      </p:sp>
    </p:spTree>
    <p:extLst>
      <p:ext uri="{BB962C8B-B14F-4D97-AF65-F5344CB8AC3E}">
        <p14:creationId xmlns:p14="http://schemas.microsoft.com/office/powerpoint/2010/main" val="2819022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B271C-7F9C-8D2F-6596-A29CB4DA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Aliases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C8DAA-F4D1-1EDE-932A-19CE02B7E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688"/>
            <a:ext cx="10515600" cy="4579275"/>
          </a:xfrm>
        </p:spPr>
        <p:txBody>
          <a:bodyPr>
            <a:normAutofit/>
          </a:bodyPr>
          <a:lstStyle/>
          <a:p>
            <a:r>
              <a:rPr lang="en-US"/>
              <a:t>You can make shortcuts for frequently used commands.  </a:t>
            </a:r>
          </a:p>
          <a:p>
            <a:r>
              <a:rPr lang="en-US"/>
              <a:t>Example – to change into this course folder I have to type:</a:t>
            </a:r>
          </a:p>
          <a:p>
            <a:pPr marL="457200" lvl="1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cd "C:\Users\ifrommer\OneDrive - Coast Guard Academy\Documents\github\dst_course”</a:t>
            </a:r>
          </a:p>
          <a:p>
            <a:pPr lvl="1"/>
            <a:r>
              <a:rPr lang="en-US"/>
              <a:t>But if I define an alias with some characters (that don’t overlap an existing command) like “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/>
              <a:t>”, then that’s all I have to type.  </a:t>
            </a:r>
          </a:p>
          <a:p>
            <a:pPr lvl="1"/>
            <a:r>
              <a:rPr lang="en-US"/>
              <a:t>Edit your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.bashrc </a:t>
            </a:r>
            <a:r>
              <a:rPr lang="en-US"/>
              <a:t>file and then type source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.bashrc</a:t>
            </a:r>
            <a:r>
              <a:rPr lang="en-US"/>
              <a:t> to get this to work.  </a:t>
            </a:r>
          </a:p>
          <a:p>
            <a:pPr lvl="1"/>
            <a:r>
              <a:rPr lang="en-US"/>
              <a:t>Here’s what my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.bashrc</a:t>
            </a:r>
            <a:r>
              <a:rPr lang="en-US"/>
              <a:t> file looks like: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BCF9B-261F-82CE-4325-D5EA0A9D8583}"/>
              </a:ext>
            </a:extLst>
          </p:cNvPr>
          <p:cNvSpPr txBox="1"/>
          <p:nvPr/>
        </p:nvSpPr>
        <p:spPr>
          <a:xfrm>
            <a:off x="502417" y="5496338"/>
            <a:ext cx="1095270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/>
              <a:t>export PATH="$PATH:/c/Users/ifrommer/my_tools"</a:t>
            </a:r>
          </a:p>
          <a:p>
            <a:pPr marL="0" indent="0">
              <a:buNone/>
            </a:pPr>
            <a:r>
              <a:rPr lang="en-US"/>
              <a:t>alias dst='cd "C:\Users\ifrommer\OneDrive - Coast Guard Academy\Documents\github\dst_course"'</a:t>
            </a:r>
          </a:p>
          <a:p>
            <a:pPr marL="0" indent="0">
              <a:buNone/>
            </a:pPr>
            <a:r>
              <a:rPr lang="en-US"/>
              <a:t>alias idm='cd "C:\Users\ifrommer\OneDrive - Coast Guard Academy\Documents\github\idm_course"'</a:t>
            </a:r>
          </a:p>
        </p:txBody>
      </p:sp>
    </p:spTree>
    <p:extLst>
      <p:ext uri="{BB962C8B-B14F-4D97-AF65-F5344CB8AC3E}">
        <p14:creationId xmlns:p14="http://schemas.microsoft.com/office/powerpoint/2010/main" val="2120915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4D5DD36-4E41-C528-3529-B17BB8E45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1A36B8C-F141-F386-4513-7457FC917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322133"/>
              </p:ext>
            </p:extLst>
          </p:nvPr>
        </p:nvGraphicFramePr>
        <p:xfrm>
          <a:off x="1310640" y="1969346"/>
          <a:ext cx="9784080" cy="46170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2292582847"/>
                    </a:ext>
                  </a:extLst>
                </a:gridCol>
                <a:gridCol w="6177280">
                  <a:extLst>
                    <a:ext uri="{9D8B030D-6E8A-4147-A177-3AD203B41FA5}">
                      <a16:colId xmlns:a16="http://schemas.microsoft.com/office/drawing/2014/main" val="51826083"/>
                    </a:ext>
                  </a:extLst>
                </a:gridCol>
              </a:tblGrid>
              <a:tr h="7230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cat &gt; newfile.txt	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shell waits for you to type, puts the input in newfile.txt until you type CTL-Z (or CTL-D)</a:t>
                      </a:r>
                    </a:p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671387"/>
                  </a:ext>
                </a:extLst>
              </a:tr>
              <a:tr h="7230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 &gt;&gt; myfile.txt	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appends standard input up to CTL-Z (or D) to myfile.txt</a:t>
                      </a:r>
                    </a:p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503372"/>
                  </a:ext>
                </a:extLst>
              </a:tr>
              <a:tr h="854422">
                <a:tc>
                  <a:txBody>
                    <a:bodyPr/>
                    <a:lstStyle/>
                    <a:p>
                      <a:r>
                        <a:rPr lang="en-US"/>
                        <a:t>cmp file1 file2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checks if 2 files differ, reports first line of the difference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640819"/>
                  </a:ext>
                </a:extLst>
              </a:tr>
              <a:tr h="495022">
                <a:tc>
                  <a:txBody>
                    <a:bodyPr/>
                    <a:lstStyle/>
                    <a:p>
                      <a:r>
                        <a:rPr lang="en-US"/>
                        <a:t>&lt;command&gt; &amp;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Put the command in the background allowing you to continue to interact with the shell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7560196"/>
                  </a:ext>
                </a:extLst>
              </a:tr>
              <a:tr h="4950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4771681"/>
                  </a:ext>
                </a:extLst>
              </a:tr>
              <a:tr h="4950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532246"/>
                  </a:ext>
                </a:extLst>
              </a:tr>
              <a:tr h="4950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598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701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787B5-947E-CEBE-3B15-77521876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5E5D2-E986-C8DC-5E0F-1FFA07B4D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</a:rPr>
              <a:t>If you try to download the 2025 AIS files, you will see they are in .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zst</a:t>
            </a:r>
            <a:r>
              <a:rPr lang="en-US">
                <a:latin typeface="Calibri" panose="020F0502020204030204" pitchFamily="34" charset="0"/>
              </a:rPr>
              <a:t> format.  </a:t>
            </a:r>
          </a:p>
          <a:p>
            <a:r>
              <a:rPr lang="en-US">
                <a:latin typeface="Calibri" panose="020F0502020204030204" pitchFamily="34" charset="0"/>
              </a:rPr>
              <a:t>A tool named </a:t>
            </a:r>
            <a:r>
              <a:rPr lang="so-SO">
                <a:latin typeface="Courier New" panose="02070309020205020404" pitchFamily="49" charset="0"/>
                <a:cs typeface="Courier New" panose="02070309020205020404" pitchFamily="49" charset="0"/>
              </a:rPr>
              <a:t>zstd</a:t>
            </a:r>
            <a:r>
              <a:rPr lang="so-SO">
                <a:latin typeface="Calibri" panose="020F0502020204030204" pitchFamily="34" charset="0"/>
              </a:rPr>
              <a:t> can decompress .</a:t>
            </a:r>
            <a:r>
              <a:rPr lang="so-SO">
                <a:latin typeface="Courier New" panose="02070309020205020404" pitchFamily="49" charset="0"/>
                <a:cs typeface="Courier New" panose="02070309020205020404" pitchFamily="49" charset="0"/>
              </a:rPr>
              <a:t>zst</a:t>
            </a:r>
            <a:r>
              <a:rPr lang="so-SO">
                <a:latin typeface="Calibri" panose="020F0502020204030204" pitchFamily="34" charset="0"/>
              </a:rPr>
              <a:t> files but it's not on bash</a:t>
            </a:r>
            <a:r>
              <a:rPr lang="en-US">
                <a:latin typeface="Calibri" panose="020F0502020204030204" pitchFamily="34" charset="0"/>
              </a:rPr>
              <a:t>.  Type </a:t>
            </a:r>
            <a:r>
              <a:rPr lang="so-SO">
                <a:latin typeface="Calibri" panose="020F0502020204030204" pitchFamily="34" charset="0"/>
              </a:rPr>
              <a:t> </a:t>
            </a:r>
            <a:r>
              <a:rPr lang="so-SO">
                <a:latin typeface="Courier New" panose="02070309020205020404" pitchFamily="49" charset="0"/>
                <a:cs typeface="Courier New" panose="02070309020205020404" pitchFamily="49" charset="0"/>
              </a:rPr>
              <a:t>which zstd </a:t>
            </a:r>
            <a:r>
              <a:rPr lang="en-US">
                <a:latin typeface="Calibri" panose="020F0502020204030204" pitchFamily="34" charset="0"/>
              </a:rPr>
              <a:t>bash won’t find it.  So you can follow a similar installation process to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r>
              <a:rPr lang="en-US">
                <a:latin typeface="Calibri" panose="020F0502020204030204" pitchFamily="34" charset="0"/>
              </a:rPr>
              <a:t> so that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zstd</a:t>
            </a:r>
            <a:r>
              <a:rPr lang="en-US">
                <a:latin typeface="Calibri" panose="020F0502020204030204" pitchFamily="34" charset="0"/>
              </a:rPr>
              <a:t> will work in your Git Bash.</a:t>
            </a:r>
          </a:p>
        </p:txBody>
      </p:sp>
    </p:spTree>
    <p:extLst>
      <p:ext uri="{BB962C8B-B14F-4D97-AF65-F5344CB8AC3E}">
        <p14:creationId xmlns:p14="http://schemas.microsoft.com/office/powerpoint/2010/main" val="116855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2694</TotalTime>
  <Words>1843</Words>
  <Application>Microsoft Office PowerPoint</Application>
  <PresentationFormat>Widescreen</PresentationFormat>
  <Paragraphs>192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Courier New</vt:lpstr>
      <vt:lpstr>Office Theme</vt:lpstr>
      <vt:lpstr>Web Scraping and  Data Wrangling  in the Terminal</vt:lpstr>
      <vt:lpstr>Today’s Material</vt:lpstr>
      <vt:lpstr>Info Systems vs  Data Science Techniques</vt:lpstr>
      <vt:lpstr>curl, wget</vt:lpstr>
      <vt:lpstr>curl   (stands for “client URL”)</vt:lpstr>
      <vt:lpstr>curl   (continued)</vt:lpstr>
      <vt:lpstr>wget = world wide web get</vt:lpstr>
      <vt:lpstr>Installing wget in Git Bash</vt:lpstr>
      <vt:lpstr>wget (cont)</vt:lpstr>
      <vt:lpstr>Inspecting data in the terminal</vt:lpstr>
      <vt:lpstr>More file inspecting plus    searching and filtering</vt:lpstr>
      <vt:lpstr>using grep with regular expressions (regex, what the re in grep stands for)</vt:lpstr>
      <vt:lpstr>More on filtering data</vt:lpstr>
      <vt:lpstr>Pipes</vt:lpstr>
      <vt:lpstr>Next time</vt:lpstr>
      <vt:lpstr>More!</vt:lpstr>
      <vt:lpstr>Aliases</vt:lpstr>
      <vt:lpstr>more</vt:lpstr>
      <vt:lpstr>more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Frommer, Ian Dr. (EDU)</dc:creator>
  <cp:lastModifiedBy>Frommer, Ian Dr. (EDU)</cp:lastModifiedBy>
  <cp:revision>1</cp:revision>
  <dcterms:created xsi:type="dcterms:W3CDTF">2026-01-26T01:44:28Z</dcterms:created>
  <dcterms:modified xsi:type="dcterms:W3CDTF">2026-01-28T18:43:01Z</dcterms:modified>
</cp:coreProperties>
</file>