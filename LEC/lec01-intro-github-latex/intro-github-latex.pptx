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2" r:id="rId6"/>
    <p:sldId id="260" r:id="rId7"/>
    <p:sldId id="284" r:id="rId8"/>
    <p:sldId id="273" r:id="rId9"/>
    <p:sldId id="274" r:id="rId10"/>
    <p:sldId id="275" r:id="rId11"/>
    <p:sldId id="276" r:id="rId12"/>
    <p:sldId id="277" r:id="rId13"/>
    <p:sldId id="281" r:id="rId14"/>
    <p:sldId id="283" r:id="rId15"/>
    <p:sldId id="279" r:id="rId16"/>
    <p:sldId id="285" r:id="rId17"/>
    <p:sldId id="287" r:id="rId18"/>
    <p:sldId id="278" r:id="rId19"/>
    <p:sldId id="261" r:id="rId20"/>
    <p:sldId id="288" r:id="rId21"/>
    <p:sldId id="286" r:id="rId22"/>
    <p:sldId id="289" r:id="rId23"/>
    <p:sldId id="28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3397D0-1512-41D2-84A8-15B17BFA9AC3}" v="263" dt="2026-01-14T15:52:06.207"/>
    <p1510:client id="{A3BD524F-5210-F96D-A1A3-47F35942E1FC}" v="49" dt="2026-01-14T02:43:24.2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596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ommer, Ian Dr. (EDU)" userId="S::ian.frommer@uscga.edu::28ca3ff0-544f-450a-928b-99e19cf49b89" providerId="AD" clId="Web-{A3BD524F-5210-F96D-A1A3-47F35942E1FC}"/>
    <pc:docChg chg="addSld modSld">
      <pc:chgData name="Frommer, Ian Dr. (EDU)" userId="S::ian.frommer@uscga.edu::28ca3ff0-544f-450a-928b-99e19cf49b89" providerId="AD" clId="Web-{A3BD524F-5210-F96D-A1A3-47F35942E1FC}" dt="2026-01-14T02:43:24.232" v="53" actId="20577"/>
      <pc:docMkLst>
        <pc:docMk/>
      </pc:docMkLst>
      <pc:sldChg chg="modSp new">
        <pc:chgData name="Frommer, Ian Dr. (EDU)" userId="S::ian.frommer@uscga.edu::28ca3ff0-544f-450a-928b-99e19cf49b89" providerId="AD" clId="Web-{A3BD524F-5210-F96D-A1A3-47F35942E1FC}" dt="2026-01-14T02:34:06.956" v="14" actId="20577"/>
        <pc:sldMkLst>
          <pc:docMk/>
          <pc:sldMk cId="4249251004" sldId="286"/>
        </pc:sldMkLst>
        <pc:spChg chg="mod">
          <ac:chgData name="Frommer, Ian Dr. (EDU)" userId="S::ian.frommer@uscga.edu::28ca3ff0-544f-450a-928b-99e19cf49b89" providerId="AD" clId="Web-{A3BD524F-5210-F96D-A1A3-47F35942E1FC}" dt="2026-01-14T02:28:04.107" v="7" actId="20577"/>
          <ac:spMkLst>
            <pc:docMk/>
            <pc:sldMk cId="4249251004" sldId="286"/>
            <ac:spMk id="2" creationId="{137ED943-C784-7533-A7E9-9D2DBDFC3C24}"/>
          </ac:spMkLst>
        </pc:spChg>
        <pc:spChg chg="mod">
          <ac:chgData name="Frommer, Ian Dr. (EDU)" userId="S::ian.frommer@uscga.edu::28ca3ff0-544f-450a-928b-99e19cf49b89" providerId="AD" clId="Web-{A3BD524F-5210-F96D-A1A3-47F35942E1FC}" dt="2026-01-14T02:34:06.956" v="14" actId="20577"/>
          <ac:spMkLst>
            <pc:docMk/>
            <pc:sldMk cId="4249251004" sldId="286"/>
            <ac:spMk id="3" creationId="{7E83F236-F757-063C-9419-DE49F0129B55}"/>
          </ac:spMkLst>
        </pc:spChg>
      </pc:sldChg>
      <pc:sldChg chg="modSp new">
        <pc:chgData name="Frommer, Ian Dr. (EDU)" userId="S::ian.frommer@uscga.edu::28ca3ff0-544f-450a-928b-99e19cf49b89" providerId="AD" clId="Web-{A3BD524F-5210-F96D-A1A3-47F35942E1FC}" dt="2026-01-14T02:43:24.232" v="53" actId="20577"/>
        <pc:sldMkLst>
          <pc:docMk/>
          <pc:sldMk cId="250522239" sldId="287"/>
        </pc:sldMkLst>
        <pc:spChg chg="mod">
          <ac:chgData name="Frommer, Ian Dr. (EDU)" userId="S::ian.frommer@uscga.edu::28ca3ff0-544f-450a-928b-99e19cf49b89" providerId="AD" clId="Web-{A3BD524F-5210-F96D-A1A3-47F35942E1FC}" dt="2026-01-14T02:42:21.682" v="33" actId="20577"/>
          <ac:spMkLst>
            <pc:docMk/>
            <pc:sldMk cId="250522239" sldId="287"/>
            <ac:spMk id="2" creationId="{78BB5D40-26E2-E04B-7BEE-5F3625F88810}"/>
          </ac:spMkLst>
        </pc:spChg>
        <pc:spChg chg="mod">
          <ac:chgData name="Frommer, Ian Dr. (EDU)" userId="S::ian.frommer@uscga.edu::28ca3ff0-544f-450a-928b-99e19cf49b89" providerId="AD" clId="Web-{A3BD524F-5210-F96D-A1A3-47F35942E1FC}" dt="2026-01-14T02:43:24.232" v="53" actId="20577"/>
          <ac:spMkLst>
            <pc:docMk/>
            <pc:sldMk cId="250522239" sldId="287"/>
            <ac:spMk id="3" creationId="{CE0DEF63-BDE2-ECB0-4606-49423646AF06}"/>
          </ac:spMkLst>
        </pc:spChg>
      </pc:sldChg>
    </pc:docChg>
  </pc:docChgLst>
  <pc:docChgLst>
    <pc:chgData name="Frommer, Ian Dr. (EDU)" userId="28ca3ff0-544f-450a-928b-99e19cf49b89" providerId="ADAL" clId="{FDDA6EB0-4FD6-4516-ACA5-A4CAC6441DA7}"/>
    <pc:docChg chg="undo redo custSel addSld delSld modSld sldOrd">
      <pc:chgData name="Frommer, Ian Dr. (EDU)" userId="28ca3ff0-544f-450a-928b-99e19cf49b89" providerId="ADAL" clId="{FDDA6EB0-4FD6-4516-ACA5-A4CAC6441DA7}" dt="2026-01-14T19:32:37.516" v="4999" actId="20577"/>
      <pc:docMkLst>
        <pc:docMk/>
      </pc:docMkLst>
      <pc:sldChg chg="addSp delSp modSp mod">
        <pc:chgData name="Frommer, Ian Dr. (EDU)" userId="28ca3ff0-544f-450a-928b-99e19cf49b89" providerId="ADAL" clId="{FDDA6EB0-4FD6-4516-ACA5-A4CAC6441DA7}" dt="2026-01-14T13:20:37.465" v="2531" actId="255"/>
        <pc:sldMkLst>
          <pc:docMk/>
          <pc:sldMk cId="2162895295" sldId="256"/>
        </pc:sldMkLst>
        <pc:spChg chg="add del mod">
          <ac:chgData name="Frommer, Ian Dr. (EDU)" userId="28ca3ff0-544f-450a-928b-99e19cf49b89" providerId="ADAL" clId="{FDDA6EB0-4FD6-4516-ACA5-A4CAC6441DA7}" dt="2026-01-14T13:20:37.465" v="2531" actId="255"/>
          <ac:spMkLst>
            <pc:docMk/>
            <pc:sldMk cId="2162895295" sldId="256"/>
            <ac:spMk id="2" creationId="{1CF4977C-E491-77CC-9E00-15297872390C}"/>
          </ac:spMkLst>
        </pc:spChg>
      </pc:sldChg>
      <pc:sldChg chg="modSp new mod">
        <pc:chgData name="Frommer, Ian Dr. (EDU)" userId="28ca3ff0-544f-450a-928b-99e19cf49b89" providerId="ADAL" clId="{FDDA6EB0-4FD6-4516-ACA5-A4CAC6441DA7}" dt="2026-01-12T02:58:24.967" v="1865" actId="113"/>
        <pc:sldMkLst>
          <pc:docMk/>
          <pc:sldMk cId="3373642057" sldId="257"/>
        </pc:sldMkLst>
        <pc:spChg chg="mod">
          <ac:chgData name="Frommer, Ian Dr. (EDU)" userId="28ca3ff0-544f-450a-928b-99e19cf49b89" providerId="ADAL" clId="{FDDA6EB0-4FD6-4516-ACA5-A4CAC6441DA7}" dt="2026-01-11T16:53:44.024" v="110" actId="20577"/>
          <ac:spMkLst>
            <pc:docMk/>
            <pc:sldMk cId="3373642057" sldId="257"/>
            <ac:spMk id="2" creationId="{26BF3783-D316-D7D7-D7E7-BE75D96A7FF9}"/>
          </ac:spMkLst>
        </pc:spChg>
        <pc:spChg chg="mod">
          <ac:chgData name="Frommer, Ian Dr. (EDU)" userId="28ca3ff0-544f-450a-928b-99e19cf49b89" providerId="ADAL" clId="{FDDA6EB0-4FD6-4516-ACA5-A4CAC6441DA7}" dt="2026-01-12T02:58:24.967" v="1865" actId="113"/>
          <ac:spMkLst>
            <pc:docMk/>
            <pc:sldMk cId="3373642057" sldId="257"/>
            <ac:spMk id="3" creationId="{287315B9-A611-0876-959C-B03007C3ACA3}"/>
          </ac:spMkLst>
        </pc:spChg>
      </pc:sldChg>
      <pc:sldChg chg="modSp new mod">
        <pc:chgData name="Frommer, Ian Dr. (EDU)" userId="28ca3ff0-544f-450a-928b-99e19cf49b89" providerId="ADAL" clId="{FDDA6EB0-4FD6-4516-ACA5-A4CAC6441DA7}" dt="2026-01-12T00:41:42.721" v="1393" actId="6549"/>
        <pc:sldMkLst>
          <pc:docMk/>
          <pc:sldMk cId="401727467" sldId="258"/>
        </pc:sldMkLst>
        <pc:spChg chg="mod">
          <ac:chgData name="Frommer, Ian Dr. (EDU)" userId="28ca3ff0-544f-450a-928b-99e19cf49b89" providerId="ADAL" clId="{FDDA6EB0-4FD6-4516-ACA5-A4CAC6441DA7}" dt="2026-01-11T16:57:25.659" v="303" actId="20577"/>
          <ac:spMkLst>
            <pc:docMk/>
            <pc:sldMk cId="401727467" sldId="258"/>
            <ac:spMk id="2" creationId="{ED78AC32-387D-E05A-E978-ACD5EC2E82D9}"/>
          </ac:spMkLst>
        </pc:spChg>
        <pc:spChg chg="mod">
          <ac:chgData name="Frommer, Ian Dr. (EDU)" userId="28ca3ff0-544f-450a-928b-99e19cf49b89" providerId="ADAL" clId="{FDDA6EB0-4FD6-4516-ACA5-A4CAC6441DA7}" dt="2026-01-12T00:41:42.721" v="1393" actId="6549"/>
          <ac:spMkLst>
            <pc:docMk/>
            <pc:sldMk cId="401727467" sldId="258"/>
            <ac:spMk id="3" creationId="{84A8BE18-B759-F6B2-CBFC-0231BD2BF48C}"/>
          </ac:spMkLst>
        </pc:spChg>
      </pc:sldChg>
      <pc:sldChg chg="modSp new mod">
        <pc:chgData name="Frommer, Ian Dr. (EDU)" userId="28ca3ff0-544f-450a-928b-99e19cf49b89" providerId="ADAL" clId="{FDDA6EB0-4FD6-4516-ACA5-A4CAC6441DA7}" dt="2026-01-14T15:52:11.760" v="4991" actId="20577"/>
        <pc:sldMkLst>
          <pc:docMk/>
          <pc:sldMk cId="3536408784" sldId="259"/>
        </pc:sldMkLst>
        <pc:spChg chg="mod">
          <ac:chgData name="Frommer, Ian Dr. (EDU)" userId="28ca3ff0-544f-450a-928b-99e19cf49b89" providerId="ADAL" clId="{FDDA6EB0-4FD6-4516-ACA5-A4CAC6441DA7}" dt="2026-01-11T16:57:49.342" v="333" actId="20577"/>
          <ac:spMkLst>
            <pc:docMk/>
            <pc:sldMk cId="3536408784" sldId="259"/>
            <ac:spMk id="2" creationId="{2280D2B1-D1C1-1D11-E6D6-E28ED038D67E}"/>
          </ac:spMkLst>
        </pc:spChg>
        <pc:spChg chg="mod">
          <ac:chgData name="Frommer, Ian Dr. (EDU)" userId="28ca3ff0-544f-450a-928b-99e19cf49b89" providerId="ADAL" clId="{FDDA6EB0-4FD6-4516-ACA5-A4CAC6441DA7}" dt="2026-01-14T15:52:11.760" v="4991" actId="20577"/>
          <ac:spMkLst>
            <pc:docMk/>
            <pc:sldMk cId="3536408784" sldId="259"/>
            <ac:spMk id="3" creationId="{273DB5B4-9609-EBD7-5DEB-4D25DC0BB1DA}"/>
          </ac:spMkLst>
        </pc:spChg>
      </pc:sldChg>
      <pc:sldChg chg="modSp new mod ord">
        <pc:chgData name="Frommer, Ian Dr. (EDU)" userId="28ca3ff0-544f-450a-928b-99e19cf49b89" providerId="ADAL" clId="{FDDA6EB0-4FD6-4516-ACA5-A4CAC6441DA7}" dt="2026-01-11T18:15:40.793" v="712"/>
        <pc:sldMkLst>
          <pc:docMk/>
          <pc:sldMk cId="3860659992" sldId="260"/>
        </pc:sldMkLst>
        <pc:spChg chg="mod">
          <ac:chgData name="Frommer, Ian Dr. (EDU)" userId="28ca3ff0-544f-450a-928b-99e19cf49b89" providerId="ADAL" clId="{FDDA6EB0-4FD6-4516-ACA5-A4CAC6441DA7}" dt="2026-01-11T17:16:42.652" v="370" actId="20577"/>
          <ac:spMkLst>
            <pc:docMk/>
            <pc:sldMk cId="3860659992" sldId="260"/>
            <ac:spMk id="2" creationId="{45847796-BBE5-C10B-2068-9F651D4B7248}"/>
          </ac:spMkLst>
        </pc:spChg>
        <pc:spChg chg="mod">
          <ac:chgData name="Frommer, Ian Dr. (EDU)" userId="28ca3ff0-544f-450a-928b-99e19cf49b89" providerId="ADAL" clId="{FDDA6EB0-4FD6-4516-ACA5-A4CAC6441DA7}" dt="2026-01-11T17:18:12.990" v="431" actId="12"/>
          <ac:spMkLst>
            <pc:docMk/>
            <pc:sldMk cId="3860659992" sldId="260"/>
            <ac:spMk id="3" creationId="{251E6708-A1DC-5DC5-2668-1775B2841B7B}"/>
          </ac:spMkLst>
        </pc:spChg>
      </pc:sldChg>
      <pc:sldChg chg="modSp new mod modAnim">
        <pc:chgData name="Frommer, Ian Dr. (EDU)" userId="28ca3ff0-544f-450a-928b-99e19cf49b89" providerId="ADAL" clId="{FDDA6EB0-4FD6-4516-ACA5-A4CAC6441DA7}" dt="2026-01-14T14:55:42.791" v="3701"/>
        <pc:sldMkLst>
          <pc:docMk/>
          <pc:sldMk cId="1811163043" sldId="261"/>
        </pc:sldMkLst>
        <pc:spChg chg="mod">
          <ac:chgData name="Frommer, Ian Dr. (EDU)" userId="28ca3ff0-544f-450a-928b-99e19cf49b89" providerId="ADAL" clId="{FDDA6EB0-4FD6-4516-ACA5-A4CAC6441DA7}" dt="2026-01-11T17:16:47.768" v="376" actId="20577"/>
          <ac:spMkLst>
            <pc:docMk/>
            <pc:sldMk cId="1811163043" sldId="261"/>
            <ac:spMk id="2" creationId="{41DC3809-EC9E-9234-2637-A3C22D2E7307}"/>
          </ac:spMkLst>
        </pc:spChg>
        <pc:spChg chg="mod">
          <ac:chgData name="Frommer, Ian Dr. (EDU)" userId="28ca3ff0-544f-450a-928b-99e19cf49b89" providerId="ADAL" clId="{FDDA6EB0-4FD6-4516-ACA5-A4CAC6441DA7}" dt="2026-01-11T18:12:28.066" v="695" actId="20577"/>
          <ac:spMkLst>
            <pc:docMk/>
            <pc:sldMk cId="1811163043" sldId="261"/>
            <ac:spMk id="3" creationId="{C42BE3C5-55AA-78E4-4019-853AEA557A82}"/>
          </ac:spMkLst>
        </pc:spChg>
      </pc:sldChg>
      <pc:sldChg chg="modSp new del mod">
        <pc:chgData name="Frommer, Ian Dr. (EDU)" userId="28ca3ff0-544f-450a-928b-99e19cf49b89" providerId="ADAL" clId="{FDDA6EB0-4FD6-4516-ACA5-A4CAC6441DA7}" dt="2026-01-14T14:26:18.547" v="3209" actId="2696"/>
        <pc:sldMkLst>
          <pc:docMk/>
          <pc:sldMk cId="2321606257" sldId="262"/>
        </pc:sldMkLst>
      </pc:sldChg>
      <pc:sldChg chg="modSp add mod">
        <pc:chgData name="Frommer, Ian Dr. (EDU)" userId="28ca3ff0-544f-450a-928b-99e19cf49b89" providerId="ADAL" clId="{FDDA6EB0-4FD6-4516-ACA5-A4CAC6441DA7}" dt="2026-01-12T00:50:27.418" v="1523" actId="1035"/>
        <pc:sldMkLst>
          <pc:docMk/>
          <pc:sldMk cId="2943260422" sldId="272"/>
        </pc:sldMkLst>
        <pc:spChg chg="mod">
          <ac:chgData name="Frommer, Ian Dr. (EDU)" userId="28ca3ff0-544f-450a-928b-99e19cf49b89" providerId="ADAL" clId="{FDDA6EB0-4FD6-4516-ACA5-A4CAC6441DA7}" dt="2026-01-12T00:50:27.418" v="1523" actId="1035"/>
          <ac:spMkLst>
            <pc:docMk/>
            <pc:sldMk cId="2943260422" sldId="272"/>
            <ac:spMk id="2" creationId="{8EE7315E-0666-01A0-233B-EF4CBEC9EB25}"/>
          </ac:spMkLst>
        </pc:spChg>
        <pc:spChg chg="mod">
          <ac:chgData name="Frommer, Ian Dr. (EDU)" userId="28ca3ff0-544f-450a-928b-99e19cf49b89" providerId="ADAL" clId="{FDDA6EB0-4FD6-4516-ACA5-A4CAC6441DA7}" dt="2026-01-12T00:50:27.418" v="1523" actId="1035"/>
          <ac:spMkLst>
            <pc:docMk/>
            <pc:sldMk cId="2943260422" sldId="272"/>
            <ac:spMk id="3" creationId="{EF34D457-C2ED-89CD-2A49-4355BD842161}"/>
          </ac:spMkLst>
        </pc:spChg>
      </pc:sldChg>
      <pc:sldChg chg="modSp add mod">
        <pc:chgData name="Frommer, Ian Dr. (EDU)" userId="28ca3ff0-544f-450a-928b-99e19cf49b89" providerId="ADAL" clId="{FDDA6EB0-4FD6-4516-ACA5-A4CAC6441DA7}" dt="2026-01-12T00:51:25.179" v="1540" actId="20577"/>
        <pc:sldMkLst>
          <pc:docMk/>
          <pc:sldMk cId="2192796523" sldId="273"/>
        </pc:sldMkLst>
        <pc:spChg chg="mod">
          <ac:chgData name="Frommer, Ian Dr. (EDU)" userId="28ca3ff0-544f-450a-928b-99e19cf49b89" providerId="ADAL" clId="{FDDA6EB0-4FD6-4516-ACA5-A4CAC6441DA7}" dt="2026-01-12T00:51:25.179" v="1540" actId="20577"/>
          <ac:spMkLst>
            <pc:docMk/>
            <pc:sldMk cId="2192796523" sldId="273"/>
            <ac:spMk id="3" creationId="{A9168D54-0DA9-26E7-8CA6-9A2E3CB88128}"/>
          </ac:spMkLst>
        </pc:spChg>
        <pc:picChg chg="mod">
          <ac:chgData name="Frommer, Ian Dr. (EDU)" userId="28ca3ff0-544f-450a-928b-99e19cf49b89" providerId="ADAL" clId="{FDDA6EB0-4FD6-4516-ACA5-A4CAC6441DA7}" dt="2026-01-11T18:23:52.511" v="888" actId="1076"/>
          <ac:picMkLst>
            <pc:docMk/>
            <pc:sldMk cId="2192796523" sldId="273"/>
            <ac:picMk id="5" creationId="{376AC285-B49A-0D5B-6C46-54D93DBF6401}"/>
          </ac:picMkLst>
        </pc:picChg>
        <pc:picChg chg="mod">
          <ac:chgData name="Frommer, Ian Dr. (EDU)" userId="28ca3ff0-544f-450a-928b-99e19cf49b89" providerId="ADAL" clId="{FDDA6EB0-4FD6-4516-ACA5-A4CAC6441DA7}" dt="2026-01-11T18:23:41.623" v="881" actId="1076"/>
          <ac:picMkLst>
            <pc:docMk/>
            <pc:sldMk cId="2192796523" sldId="273"/>
            <ac:picMk id="7" creationId="{C3A28AF1-138F-EABE-B370-7503CEAE3867}"/>
          </ac:picMkLst>
        </pc:picChg>
      </pc:sldChg>
      <pc:sldChg chg="modSp add mod">
        <pc:chgData name="Frommer, Ian Dr. (EDU)" userId="28ca3ff0-544f-450a-928b-99e19cf49b89" providerId="ADAL" clId="{FDDA6EB0-4FD6-4516-ACA5-A4CAC6441DA7}" dt="2026-01-12T00:53:34.065" v="1659" actId="20577"/>
        <pc:sldMkLst>
          <pc:docMk/>
          <pc:sldMk cId="2883657966" sldId="274"/>
        </pc:sldMkLst>
        <pc:spChg chg="mod">
          <ac:chgData name="Frommer, Ian Dr. (EDU)" userId="28ca3ff0-544f-450a-928b-99e19cf49b89" providerId="ADAL" clId="{FDDA6EB0-4FD6-4516-ACA5-A4CAC6441DA7}" dt="2026-01-12T00:53:34.065" v="1659" actId="20577"/>
          <ac:spMkLst>
            <pc:docMk/>
            <pc:sldMk cId="2883657966" sldId="274"/>
            <ac:spMk id="3" creationId="{08E1DB99-2BFE-CD19-1FAB-B50F037CD41C}"/>
          </ac:spMkLst>
        </pc:spChg>
      </pc:sldChg>
      <pc:sldChg chg="add">
        <pc:chgData name="Frommer, Ian Dr. (EDU)" userId="28ca3ff0-544f-450a-928b-99e19cf49b89" providerId="ADAL" clId="{FDDA6EB0-4FD6-4516-ACA5-A4CAC6441DA7}" dt="2026-01-11T18:14:48.388" v="704"/>
        <pc:sldMkLst>
          <pc:docMk/>
          <pc:sldMk cId="2367762366" sldId="275"/>
        </pc:sldMkLst>
      </pc:sldChg>
      <pc:sldChg chg="modSp add mod">
        <pc:chgData name="Frommer, Ian Dr. (EDU)" userId="28ca3ff0-544f-450a-928b-99e19cf49b89" providerId="ADAL" clId="{FDDA6EB0-4FD6-4516-ACA5-A4CAC6441DA7}" dt="2026-01-12T01:09:24.471" v="1751" actId="20577"/>
        <pc:sldMkLst>
          <pc:docMk/>
          <pc:sldMk cId="1962503692" sldId="276"/>
        </pc:sldMkLst>
        <pc:spChg chg="mod">
          <ac:chgData name="Frommer, Ian Dr. (EDU)" userId="28ca3ff0-544f-450a-928b-99e19cf49b89" providerId="ADAL" clId="{FDDA6EB0-4FD6-4516-ACA5-A4CAC6441DA7}" dt="2026-01-12T01:09:24.471" v="1751" actId="20577"/>
          <ac:spMkLst>
            <pc:docMk/>
            <pc:sldMk cId="1962503692" sldId="276"/>
            <ac:spMk id="3" creationId="{C1215A12-E659-28AC-5BEF-9FAE33ABCAAC}"/>
          </ac:spMkLst>
        </pc:spChg>
      </pc:sldChg>
      <pc:sldChg chg="modSp add mod">
        <pc:chgData name="Frommer, Ian Dr. (EDU)" userId="28ca3ff0-544f-450a-928b-99e19cf49b89" providerId="ADAL" clId="{FDDA6EB0-4FD6-4516-ACA5-A4CAC6441DA7}" dt="2026-01-14T14:04:57.971" v="2800" actId="1076"/>
        <pc:sldMkLst>
          <pc:docMk/>
          <pc:sldMk cId="3958763188" sldId="277"/>
        </pc:sldMkLst>
        <pc:spChg chg="mod">
          <ac:chgData name="Frommer, Ian Dr. (EDU)" userId="28ca3ff0-544f-450a-928b-99e19cf49b89" providerId="ADAL" clId="{FDDA6EB0-4FD6-4516-ACA5-A4CAC6441DA7}" dt="2026-01-14T14:04:50.484" v="2799" actId="6549"/>
          <ac:spMkLst>
            <pc:docMk/>
            <pc:sldMk cId="3958763188" sldId="277"/>
            <ac:spMk id="5" creationId="{D2420D7F-C2F8-6B77-941E-FF3E9A84FFF8}"/>
          </ac:spMkLst>
        </pc:spChg>
        <pc:spChg chg="mod">
          <ac:chgData name="Frommer, Ian Dr. (EDU)" userId="28ca3ff0-544f-450a-928b-99e19cf49b89" providerId="ADAL" clId="{FDDA6EB0-4FD6-4516-ACA5-A4CAC6441DA7}" dt="2026-01-14T14:04:57.971" v="2800" actId="1076"/>
          <ac:spMkLst>
            <pc:docMk/>
            <pc:sldMk cId="3958763188" sldId="277"/>
            <ac:spMk id="18" creationId="{64EDA5BA-0334-9899-0353-284CA2A50E17}"/>
          </ac:spMkLst>
        </pc:spChg>
      </pc:sldChg>
      <pc:sldChg chg="addSp modSp add mod ord">
        <pc:chgData name="Frommer, Ian Dr. (EDU)" userId="28ca3ff0-544f-450a-928b-99e19cf49b89" providerId="ADAL" clId="{FDDA6EB0-4FD6-4516-ACA5-A4CAC6441DA7}" dt="2026-01-14T14:54:27.287" v="3700"/>
        <pc:sldMkLst>
          <pc:docMk/>
          <pc:sldMk cId="1070641280" sldId="278"/>
        </pc:sldMkLst>
        <pc:spChg chg="mod">
          <ac:chgData name="Frommer, Ian Dr. (EDU)" userId="28ca3ff0-544f-450a-928b-99e19cf49b89" providerId="ADAL" clId="{FDDA6EB0-4FD6-4516-ACA5-A4CAC6441DA7}" dt="2026-01-14T00:42:02.135" v="2528" actId="14100"/>
          <ac:spMkLst>
            <pc:docMk/>
            <pc:sldMk cId="1070641280" sldId="278"/>
            <ac:spMk id="2" creationId="{F09D7381-2B2B-469A-093E-A92D75114A7C}"/>
          </ac:spMkLst>
        </pc:spChg>
        <pc:spChg chg="mod">
          <ac:chgData name="Frommer, Ian Dr. (EDU)" userId="28ca3ff0-544f-450a-928b-99e19cf49b89" providerId="ADAL" clId="{FDDA6EB0-4FD6-4516-ACA5-A4CAC6441DA7}" dt="2026-01-14T14:27:17.768" v="3256" actId="403"/>
          <ac:spMkLst>
            <pc:docMk/>
            <pc:sldMk cId="1070641280" sldId="278"/>
            <ac:spMk id="3" creationId="{5492FA4D-44F6-65CD-5DFC-0D7CFD4200FC}"/>
          </ac:spMkLst>
        </pc:spChg>
        <pc:spChg chg="add mod">
          <ac:chgData name="Frommer, Ian Dr. (EDU)" userId="28ca3ff0-544f-450a-928b-99e19cf49b89" providerId="ADAL" clId="{FDDA6EB0-4FD6-4516-ACA5-A4CAC6441DA7}" dt="2026-01-14T00:34:08.723" v="2382" actId="1076"/>
          <ac:spMkLst>
            <pc:docMk/>
            <pc:sldMk cId="1070641280" sldId="278"/>
            <ac:spMk id="5" creationId="{EA6E9025-0797-321C-ABC1-F5897D644225}"/>
          </ac:spMkLst>
        </pc:spChg>
        <pc:picChg chg="add mod">
          <ac:chgData name="Frommer, Ian Dr. (EDU)" userId="28ca3ff0-544f-450a-928b-99e19cf49b89" providerId="ADAL" clId="{FDDA6EB0-4FD6-4516-ACA5-A4CAC6441DA7}" dt="2026-01-14T00:41:48.148" v="2527" actId="1076"/>
          <ac:picMkLst>
            <pc:docMk/>
            <pc:sldMk cId="1070641280" sldId="278"/>
            <ac:picMk id="1026" creationId="{12B228F5-3CD1-DC83-F55A-093652EEF192}"/>
          </ac:picMkLst>
        </pc:picChg>
      </pc:sldChg>
      <pc:sldChg chg="addSp modSp add mod ord">
        <pc:chgData name="Frommer, Ian Dr. (EDU)" userId="28ca3ff0-544f-450a-928b-99e19cf49b89" providerId="ADAL" clId="{FDDA6EB0-4FD6-4516-ACA5-A4CAC6441DA7}" dt="2026-01-14T19:32:37.516" v="4999" actId="20577"/>
        <pc:sldMkLst>
          <pc:docMk/>
          <pc:sldMk cId="3348359454" sldId="279"/>
        </pc:sldMkLst>
        <pc:spChg chg="mod">
          <ac:chgData name="Frommer, Ian Dr. (EDU)" userId="28ca3ff0-544f-450a-928b-99e19cf49b89" providerId="ADAL" clId="{FDDA6EB0-4FD6-4516-ACA5-A4CAC6441DA7}" dt="2026-01-14T14:21:25.737" v="2901" actId="20577"/>
          <ac:spMkLst>
            <pc:docMk/>
            <pc:sldMk cId="3348359454" sldId="279"/>
            <ac:spMk id="2" creationId="{5370F663-955E-1844-9466-D258E4060ECF}"/>
          </ac:spMkLst>
        </pc:spChg>
        <pc:spChg chg="mod">
          <ac:chgData name="Frommer, Ian Dr. (EDU)" userId="28ca3ff0-544f-450a-928b-99e19cf49b89" providerId="ADAL" clId="{FDDA6EB0-4FD6-4516-ACA5-A4CAC6441DA7}" dt="2026-01-14T14:25:20.628" v="3201" actId="20577"/>
          <ac:spMkLst>
            <pc:docMk/>
            <pc:sldMk cId="3348359454" sldId="279"/>
            <ac:spMk id="3" creationId="{4BE8CE24-0855-30B3-C512-F549B43D2127}"/>
          </ac:spMkLst>
        </pc:spChg>
        <pc:graphicFrameChg chg="add mod modGraphic">
          <ac:chgData name="Frommer, Ian Dr. (EDU)" userId="28ca3ff0-544f-450a-928b-99e19cf49b89" providerId="ADAL" clId="{FDDA6EB0-4FD6-4516-ACA5-A4CAC6441DA7}" dt="2026-01-14T19:32:37.516" v="4999" actId="20577"/>
          <ac:graphicFrameMkLst>
            <pc:docMk/>
            <pc:sldMk cId="3348359454" sldId="279"/>
            <ac:graphicFrameMk id="4" creationId="{0EE9BC82-650E-7A03-FD8D-853ECC34544C}"/>
          </ac:graphicFrameMkLst>
        </pc:graphicFrameChg>
      </pc:sldChg>
      <pc:sldChg chg="add ord">
        <pc:chgData name="Frommer, Ian Dr. (EDU)" userId="28ca3ff0-544f-450a-928b-99e19cf49b89" providerId="ADAL" clId="{FDDA6EB0-4FD6-4516-ACA5-A4CAC6441DA7}" dt="2026-01-14T14:26:05.716" v="3208"/>
        <pc:sldMkLst>
          <pc:docMk/>
          <pc:sldMk cId="3851084210" sldId="280"/>
        </pc:sldMkLst>
      </pc:sldChg>
      <pc:sldChg chg="modSp add mod">
        <pc:chgData name="Frommer, Ian Dr. (EDU)" userId="28ca3ff0-544f-450a-928b-99e19cf49b89" providerId="ADAL" clId="{FDDA6EB0-4FD6-4516-ACA5-A4CAC6441DA7}" dt="2026-01-14T14:05:48.070" v="2807" actId="20577"/>
        <pc:sldMkLst>
          <pc:docMk/>
          <pc:sldMk cId="3906617053" sldId="281"/>
        </pc:sldMkLst>
        <pc:spChg chg="mod">
          <ac:chgData name="Frommer, Ian Dr. (EDU)" userId="28ca3ff0-544f-450a-928b-99e19cf49b89" providerId="ADAL" clId="{FDDA6EB0-4FD6-4516-ACA5-A4CAC6441DA7}" dt="2026-01-11T18:14:48.623" v="705" actId="27636"/>
          <ac:spMkLst>
            <pc:docMk/>
            <pc:sldMk cId="3906617053" sldId="281"/>
            <ac:spMk id="2" creationId="{41DC428F-CB08-292D-6B43-C5C560E66DA1}"/>
          </ac:spMkLst>
        </pc:spChg>
        <pc:spChg chg="mod">
          <ac:chgData name="Frommer, Ian Dr. (EDU)" userId="28ca3ff0-544f-450a-928b-99e19cf49b89" providerId="ADAL" clId="{FDDA6EB0-4FD6-4516-ACA5-A4CAC6441DA7}" dt="2026-01-14T14:05:48.070" v="2807" actId="20577"/>
          <ac:spMkLst>
            <pc:docMk/>
            <pc:sldMk cId="3906617053" sldId="281"/>
            <ac:spMk id="11" creationId="{435AE4CA-3D3D-1822-DA83-EA7546D43F2F}"/>
          </ac:spMkLst>
        </pc:spChg>
      </pc:sldChg>
      <pc:sldChg chg="add ord">
        <pc:chgData name="Frommer, Ian Dr. (EDU)" userId="28ca3ff0-544f-450a-928b-99e19cf49b89" providerId="ADAL" clId="{FDDA6EB0-4FD6-4516-ACA5-A4CAC6441DA7}" dt="2026-01-14T14:25:47.110" v="3206"/>
        <pc:sldMkLst>
          <pc:docMk/>
          <pc:sldMk cId="1375469807" sldId="283"/>
        </pc:sldMkLst>
      </pc:sldChg>
      <pc:sldChg chg="addSp modSp new mod modAnim">
        <pc:chgData name="Frommer, Ian Dr. (EDU)" userId="28ca3ff0-544f-450a-928b-99e19cf49b89" providerId="ADAL" clId="{FDDA6EB0-4FD6-4516-ACA5-A4CAC6441DA7}" dt="2026-01-14T14:02:22.696" v="2745" actId="20577"/>
        <pc:sldMkLst>
          <pc:docMk/>
          <pc:sldMk cId="3992045813" sldId="284"/>
        </pc:sldMkLst>
        <pc:spChg chg="mod">
          <ac:chgData name="Frommer, Ian Dr. (EDU)" userId="28ca3ff0-544f-450a-928b-99e19cf49b89" providerId="ADAL" clId="{FDDA6EB0-4FD6-4516-ACA5-A4CAC6441DA7}" dt="2026-01-12T01:18:57.204" v="1851" actId="14100"/>
          <ac:spMkLst>
            <pc:docMk/>
            <pc:sldMk cId="3992045813" sldId="284"/>
            <ac:spMk id="2" creationId="{81C4D32D-1C14-A7CF-77D3-AA040C842166}"/>
          </ac:spMkLst>
        </pc:spChg>
        <pc:spChg chg="mod">
          <ac:chgData name="Frommer, Ian Dr. (EDU)" userId="28ca3ff0-544f-450a-928b-99e19cf49b89" providerId="ADAL" clId="{FDDA6EB0-4FD6-4516-ACA5-A4CAC6441DA7}" dt="2026-01-12T01:18:29.019" v="1828" actId="1076"/>
          <ac:spMkLst>
            <pc:docMk/>
            <pc:sldMk cId="3992045813" sldId="284"/>
            <ac:spMk id="3" creationId="{BD504B54-D200-D7CA-5080-581883D42CF1}"/>
          </ac:spMkLst>
        </pc:spChg>
        <pc:spChg chg="add mod">
          <ac:chgData name="Frommer, Ian Dr. (EDU)" userId="28ca3ff0-544f-450a-928b-99e19cf49b89" providerId="ADAL" clId="{FDDA6EB0-4FD6-4516-ACA5-A4CAC6441DA7}" dt="2026-01-14T14:02:22.696" v="2745" actId="20577"/>
          <ac:spMkLst>
            <pc:docMk/>
            <pc:sldMk cId="3992045813" sldId="284"/>
            <ac:spMk id="4" creationId="{61A293BA-E9FA-37BD-F6C0-16E6047CEA65}"/>
          </ac:spMkLst>
        </pc:spChg>
        <pc:picChg chg="add mod">
          <ac:chgData name="Frommer, Ian Dr. (EDU)" userId="28ca3ff0-544f-450a-928b-99e19cf49b89" providerId="ADAL" clId="{FDDA6EB0-4FD6-4516-ACA5-A4CAC6441DA7}" dt="2026-01-12T01:18:39.220" v="1829" actId="1076"/>
          <ac:picMkLst>
            <pc:docMk/>
            <pc:sldMk cId="3992045813" sldId="284"/>
            <ac:picMk id="5" creationId="{85261AFE-2238-567F-3A33-85BB181929C8}"/>
          </ac:picMkLst>
        </pc:picChg>
      </pc:sldChg>
      <pc:sldChg chg="addSp modSp new mod">
        <pc:chgData name="Frommer, Ian Dr. (EDU)" userId="28ca3ff0-544f-450a-928b-99e19cf49b89" providerId="ADAL" clId="{FDDA6EB0-4FD6-4516-ACA5-A4CAC6441DA7}" dt="2026-01-14T14:12:35.834" v="2883" actId="255"/>
        <pc:sldMkLst>
          <pc:docMk/>
          <pc:sldMk cId="3351575021" sldId="285"/>
        </pc:sldMkLst>
        <pc:spChg chg="mod">
          <ac:chgData name="Frommer, Ian Dr. (EDU)" userId="28ca3ff0-544f-450a-928b-99e19cf49b89" providerId="ADAL" clId="{FDDA6EB0-4FD6-4516-ACA5-A4CAC6441DA7}" dt="2026-01-14T00:24:06.198" v="1949" actId="20577"/>
          <ac:spMkLst>
            <pc:docMk/>
            <pc:sldMk cId="3351575021" sldId="285"/>
            <ac:spMk id="2" creationId="{140CBDD6-166A-4329-087B-35D8F7E32FF7}"/>
          </ac:spMkLst>
        </pc:spChg>
        <pc:spChg chg="mod">
          <ac:chgData name="Frommer, Ian Dr. (EDU)" userId="28ca3ff0-544f-450a-928b-99e19cf49b89" providerId="ADAL" clId="{FDDA6EB0-4FD6-4516-ACA5-A4CAC6441DA7}" dt="2026-01-14T14:12:35.834" v="2883" actId="255"/>
          <ac:spMkLst>
            <pc:docMk/>
            <pc:sldMk cId="3351575021" sldId="285"/>
            <ac:spMk id="3" creationId="{F7F0EDD8-A32C-66CB-DF5B-84519054D006}"/>
          </ac:spMkLst>
        </pc:spChg>
        <pc:spChg chg="add mod">
          <ac:chgData name="Frommer, Ian Dr. (EDU)" userId="28ca3ff0-544f-450a-928b-99e19cf49b89" providerId="ADAL" clId="{FDDA6EB0-4FD6-4516-ACA5-A4CAC6441DA7}" dt="2026-01-14T14:11:30.509" v="2872" actId="1076"/>
          <ac:spMkLst>
            <pc:docMk/>
            <pc:sldMk cId="3351575021" sldId="285"/>
            <ac:spMk id="5" creationId="{E055F829-EB92-CE70-3C77-22F6A7E2958D}"/>
          </ac:spMkLst>
        </pc:spChg>
      </pc:sldChg>
      <pc:sldChg chg="modSp mod ord">
        <pc:chgData name="Frommer, Ian Dr. (EDU)" userId="28ca3ff0-544f-450a-928b-99e19cf49b89" providerId="ADAL" clId="{FDDA6EB0-4FD6-4516-ACA5-A4CAC6441DA7}" dt="2026-01-14T15:40:04.345" v="4392" actId="20577"/>
        <pc:sldMkLst>
          <pc:docMk/>
          <pc:sldMk cId="4249251004" sldId="286"/>
        </pc:sldMkLst>
        <pc:spChg chg="mod">
          <ac:chgData name="Frommer, Ian Dr. (EDU)" userId="28ca3ff0-544f-450a-928b-99e19cf49b89" providerId="ADAL" clId="{FDDA6EB0-4FD6-4516-ACA5-A4CAC6441DA7}" dt="2026-01-14T14:59:10.976" v="3731"/>
          <ac:spMkLst>
            <pc:docMk/>
            <pc:sldMk cId="4249251004" sldId="286"/>
            <ac:spMk id="2" creationId="{137ED943-C784-7533-A7E9-9D2DBDFC3C24}"/>
          </ac:spMkLst>
        </pc:spChg>
        <pc:spChg chg="mod">
          <ac:chgData name="Frommer, Ian Dr. (EDU)" userId="28ca3ff0-544f-450a-928b-99e19cf49b89" providerId="ADAL" clId="{FDDA6EB0-4FD6-4516-ACA5-A4CAC6441DA7}" dt="2026-01-14T15:40:04.345" v="4392" actId="20577"/>
          <ac:spMkLst>
            <pc:docMk/>
            <pc:sldMk cId="4249251004" sldId="286"/>
            <ac:spMk id="3" creationId="{7E83F236-F757-063C-9419-DE49F0129B55}"/>
          </ac:spMkLst>
        </pc:spChg>
      </pc:sldChg>
      <pc:sldChg chg="addSp delSp modSp mod modAnim">
        <pc:chgData name="Frommer, Ian Dr. (EDU)" userId="28ca3ff0-544f-450a-928b-99e19cf49b89" providerId="ADAL" clId="{FDDA6EB0-4FD6-4516-ACA5-A4CAC6441DA7}" dt="2026-01-14T14:53:54.089" v="3698" actId="2711"/>
        <pc:sldMkLst>
          <pc:docMk/>
          <pc:sldMk cId="250522239" sldId="287"/>
        </pc:sldMkLst>
        <pc:spChg chg="mod">
          <ac:chgData name="Frommer, Ian Dr. (EDU)" userId="28ca3ff0-544f-450a-928b-99e19cf49b89" providerId="ADAL" clId="{FDDA6EB0-4FD6-4516-ACA5-A4CAC6441DA7}" dt="2026-01-14T14:53:54.089" v="3698" actId="2711"/>
          <ac:spMkLst>
            <pc:docMk/>
            <pc:sldMk cId="250522239" sldId="287"/>
            <ac:spMk id="3" creationId="{CE0DEF63-BDE2-ECB0-4606-49423646AF06}"/>
          </ac:spMkLst>
        </pc:spChg>
        <pc:spChg chg="add mod">
          <ac:chgData name="Frommer, Ian Dr. (EDU)" userId="28ca3ff0-544f-450a-928b-99e19cf49b89" providerId="ADAL" clId="{FDDA6EB0-4FD6-4516-ACA5-A4CAC6441DA7}" dt="2026-01-14T14:51:39.159" v="3642" actId="207"/>
          <ac:spMkLst>
            <pc:docMk/>
            <pc:sldMk cId="250522239" sldId="287"/>
            <ac:spMk id="5" creationId="{E644FA35-9472-0AF3-D214-EC4A93F137A3}"/>
          </ac:spMkLst>
        </pc:spChg>
        <pc:picChg chg="add del mod">
          <ac:chgData name="Frommer, Ian Dr. (EDU)" userId="28ca3ff0-544f-450a-928b-99e19cf49b89" providerId="ADAL" clId="{FDDA6EB0-4FD6-4516-ACA5-A4CAC6441DA7}" dt="2026-01-14T14:50:27.743" v="3618" actId="478"/>
          <ac:picMkLst>
            <pc:docMk/>
            <pc:sldMk cId="250522239" sldId="287"/>
            <ac:picMk id="2050" creationId="{C976353E-19DA-20ED-BE08-95CB0BAD9A6B}"/>
          </ac:picMkLst>
        </pc:picChg>
        <pc:picChg chg="add mod">
          <ac:chgData name="Frommer, Ian Dr. (EDU)" userId="28ca3ff0-544f-450a-928b-99e19cf49b89" providerId="ADAL" clId="{FDDA6EB0-4FD6-4516-ACA5-A4CAC6441DA7}" dt="2026-01-14T14:50:53.772" v="3630" actId="1076"/>
          <ac:picMkLst>
            <pc:docMk/>
            <pc:sldMk cId="250522239" sldId="287"/>
            <ac:picMk id="2052" creationId="{AF4066A5-7369-AEE9-DD02-8064DE6C5E7E}"/>
          </ac:picMkLst>
        </pc:picChg>
      </pc:sldChg>
      <pc:sldChg chg="modSp new mod">
        <pc:chgData name="Frommer, Ian Dr. (EDU)" userId="28ca3ff0-544f-450a-928b-99e19cf49b89" providerId="ADAL" clId="{FDDA6EB0-4FD6-4516-ACA5-A4CAC6441DA7}" dt="2026-01-14T15:28:13.653" v="4061" actId="20577"/>
        <pc:sldMkLst>
          <pc:docMk/>
          <pc:sldMk cId="611385138" sldId="288"/>
        </pc:sldMkLst>
        <pc:spChg chg="mod">
          <ac:chgData name="Frommer, Ian Dr. (EDU)" userId="28ca3ff0-544f-450a-928b-99e19cf49b89" providerId="ADAL" clId="{FDDA6EB0-4FD6-4516-ACA5-A4CAC6441DA7}" dt="2026-01-14T14:58:37.227" v="3725" actId="20577"/>
          <ac:spMkLst>
            <pc:docMk/>
            <pc:sldMk cId="611385138" sldId="288"/>
            <ac:spMk id="2" creationId="{4D357E35-A988-0573-4CBD-83CE09FD39E5}"/>
          </ac:spMkLst>
        </pc:spChg>
        <pc:spChg chg="mod">
          <ac:chgData name="Frommer, Ian Dr. (EDU)" userId="28ca3ff0-544f-450a-928b-99e19cf49b89" providerId="ADAL" clId="{FDDA6EB0-4FD6-4516-ACA5-A4CAC6441DA7}" dt="2026-01-14T15:28:13.653" v="4061" actId="20577"/>
          <ac:spMkLst>
            <pc:docMk/>
            <pc:sldMk cId="611385138" sldId="288"/>
            <ac:spMk id="3" creationId="{10C741EC-F177-5EE7-1084-EE3A1A5732AA}"/>
          </ac:spMkLst>
        </pc:spChg>
      </pc:sldChg>
      <pc:sldChg chg="modSp new mod">
        <pc:chgData name="Frommer, Ian Dr. (EDU)" userId="28ca3ff0-544f-450a-928b-99e19cf49b89" providerId="ADAL" clId="{FDDA6EB0-4FD6-4516-ACA5-A4CAC6441DA7}" dt="2026-01-14T15:49:36.582" v="4911" actId="20577"/>
        <pc:sldMkLst>
          <pc:docMk/>
          <pc:sldMk cId="907037516" sldId="289"/>
        </pc:sldMkLst>
        <pc:spChg chg="mod">
          <ac:chgData name="Frommer, Ian Dr. (EDU)" userId="28ca3ff0-544f-450a-928b-99e19cf49b89" providerId="ADAL" clId="{FDDA6EB0-4FD6-4516-ACA5-A4CAC6441DA7}" dt="2026-01-14T15:43:07.591" v="4398" actId="20577"/>
          <ac:spMkLst>
            <pc:docMk/>
            <pc:sldMk cId="907037516" sldId="289"/>
            <ac:spMk id="2" creationId="{517409D3-1672-5955-1F14-2FF4FB0D96BF}"/>
          </ac:spMkLst>
        </pc:spChg>
        <pc:spChg chg="mod">
          <ac:chgData name="Frommer, Ian Dr. (EDU)" userId="28ca3ff0-544f-450a-928b-99e19cf49b89" providerId="ADAL" clId="{FDDA6EB0-4FD6-4516-ACA5-A4CAC6441DA7}" dt="2026-01-14T15:49:36.582" v="4911" actId="20577"/>
          <ac:spMkLst>
            <pc:docMk/>
            <pc:sldMk cId="907037516" sldId="289"/>
            <ac:spMk id="3" creationId="{75B7DB5C-2F14-3A47-355E-1AF13CA9FC6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1C402-5E6E-7EAE-C2EE-CBC3D3C20F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D14469-0AAA-FA8C-CAE3-883567FD2E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9BDED-D2E4-3D1E-FE78-7A90149BA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3FC11-597C-40AB-A92D-AE8B47CBDCE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24A6C-0CFF-C5C1-9EFC-8F879C978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1B322-BC35-306B-473D-0BECDC400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78D05-54E8-442C-9595-A9B4679F3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616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C5A24-3A23-277B-3DBC-037F4B135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21A30-E90F-F4BF-8B4C-C63715A6B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5C29-A4CE-AC36-8987-BA49AFC69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3FC11-597C-40AB-A92D-AE8B47CBDCE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274F5-DE6C-188B-C1F3-6CAF58AD4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C0BDC-06D8-006A-5F67-913BF70A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78D05-54E8-442C-9595-A9B4679F3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411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D379B-0231-8B8F-7745-5E6F782C3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8ED5C9-0F6B-A5AA-18EB-300D38F1A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29619-D983-D731-5A60-B576BBAE0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3FC11-597C-40AB-A92D-AE8B47CBDCE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91891-B85F-AC7D-AD81-70543507B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248D0-E196-6A77-F800-F4ED3A269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78D05-54E8-442C-9595-A9B4679F3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310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3310C-FB26-6C9E-D5C6-B87EAF704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F8D45-9FD9-A695-0C0C-049BFEF03D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C72E8-FE97-F94F-B820-E2BE367D6D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748B0A-4474-8E42-297C-DF667886E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3FC11-597C-40AB-A92D-AE8B47CBDCE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26ABB5-802F-EBC5-D88A-D2FA4B808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728A0-C4D4-4C75-ACB5-6DDC60ECB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78D05-54E8-442C-9595-A9B4679F3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557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93281-76E3-45DA-B066-E7F56AA25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32BCEC-5B95-35A4-4068-3AD9D6568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F8FD32-D30E-9E0C-E6AE-779F7BA1C0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C200A5-FEBE-C846-C017-9986C1E28B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D6119B-A89B-0575-7FCA-6840CB65F8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A181CF-FF75-9636-CECE-5B44B2CCF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3FC11-597C-40AB-A92D-AE8B47CBDCE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B8C7AF-6EEB-C842-3D5D-45445AC56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15DDDB-7870-48FC-45A3-7C8BB8F44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78D05-54E8-442C-9595-A9B4679F3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23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5021D-68C1-CF83-C13F-A06FFC95A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2FABBD-3CE6-2441-A081-6BFB94676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3FC11-597C-40AB-A92D-AE8B47CBDCE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C16E9E-420F-DC70-F6F1-033424951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17E6E2-C0AD-58B3-8EBC-BB2554DB6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78D05-54E8-442C-9595-A9B4679F3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289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B8D18D-0BCE-CBA9-D666-63562BE99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3FC11-597C-40AB-A92D-AE8B47CBDCE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03DB99-856B-A58E-43EE-644AA3C68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936E3-FB37-D66E-63EF-90A894134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78D05-54E8-442C-9595-A9B4679F3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614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5E358-E134-AA7E-02DD-0235CFBE4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BAA3A-912D-40E2-934D-A03592929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4A3DE7-5388-F50F-C304-77A6A5F35F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407A9F-7BA8-08D2-6410-B80EB79CB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3FC11-597C-40AB-A92D-AE8B47CBDCE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481F76-5E53-08A8-1C4A-DA6AC8A33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E0FC7D-6437-D26B-4888-00C92079C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78D05-54E8-442C-9595-A9B4679F3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817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E3E43-70F2-8244-F7AB-FFCD5505B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CA4C2E-582C-0FD9-BE76-78CC00A9ED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828261-0A81-5BC7-721F-44C89896D0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BFC3C-7211-A01A-38DF-C0EC03209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3FC11-597C-40AB-A92D-AE8B47CBDCE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F7CE15-28F7-5E5C-FA78-754BFE94E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CED181-E0A1-AE05-C056-E5B7434A2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78D05-54E8-442C-9595-A9B4679F3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559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33A5A-647D-275A-8240-9D405A63E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8FFFE9-B390-614C-5211-912B23B06C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FAC1D-B499-0465-B2D4-52AF44C10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3FC11-597C-40AB-A92D-AE8B47CBDCE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EF9E3-2A26-DA6F-D525-0BB2A3E67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1D33B-2610-B25E-C451-534843A3F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78D05-54E8-442C-9595-A9B4679F3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000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CAE3A9-FDD0-EEB5-7018-A4BFD3864F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D8E00F-4A43-3F2B-0534-F6F66B19BC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FCB83-4575-6F23-F86F-C5745D6B3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3FC11-597C-40AB-A92D-AE8B47CBDCE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C164C-E7F4-D584-C15F-A98572587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3B76E-53E0-1304-EAB8-35135FAE3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78D05-54E8-442C-9595-A9B4679F3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513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00770A-2A70-2295-353F-8D7FD295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C17068-D8A0-9D5F-B9EF-A5BBA7A99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899DB-6B33-4B46-07C2-7A361254BF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73FC11-597C-40AB-A92D-AE8B47CBDCE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0FB1F-FFD1-DF22-9948-8BB0D057FF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EF584-FB8D-83CF-2A37-BD4DBB3F93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178D05-54E8-442C-9595-A9B4679F3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505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esktop.github.com/download/" TargetMode="External"/><Relationship Id="rId2" Type="http://schemas.openxmlformats.org/officeDocument/2006/relationships/hyperlink" Target="https://www.github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xkcd.com/1597/" TargetMode="External"/><Relationship Id="rId3" Type="http://schemas.openxmlformats.org/officeDocument/2006/relationships/hyperlink" Target="https://try.github.io/levels/1/challenges/1" TargetMode="External"/><Relationship Id="rId7" Type="http://schemas.openxmlformats.org/officeDocument/2006/relationships/image" Target="../media/image12.png"/><Relationship Id="rId2" Type="http://schemas.openxmlformats.org/officeDocument/2006/relationships/hyperlink" Target="https://guides.github.com/activities/hello-world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happygitwithr.com/" TargetMode="External"/><Relationship Id="rId5" Type="http://schemas.openxmlformats.org/officeDocument/2006/relationships/hyperlink" Target="https://missing.csail.mit.edu/2020/version-control/" TargetMode="External"/><Relationship Id="rId4" Type="http://schemas.openxmlformats.org/officeDocument/2006/relationships/hyperlink" Target="https://www.codecademy.com/learn/learn-git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mc.edu/mathematics/student-resources/communicating-mathematics-through-homework/" TargetMode="External"/><Relationship Id="rId2" Type="http://schemas.openxmlformats.org/officeDocument/2006/relationships/hyperlink" Target="https://www.youtube.com/playlist?list=PLHXZ9OQGMqxcWWkx2DMnQmj5os2X5ZR73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verleaf.com/about/why-latex" TargetMode="External"/><Relationship Id="rId2" Type="http://schemas.openxmlformats.org/officeDocument/2006/relationships/hyperlink" Target="https://www.overleaf.com/learn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overleaf.com/latex/templates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4977C-E491-77CC-9E00-1529787239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360" y="1804573"/>
            <a:ext cx="11257280" cy="3248854"/>
          </a:xfrm>
        </p:spPr>
        <p:txBody>
          <a:bodyPr>
            <a:normAutofit fontScale="90000"/>
          </a:bodyPr>
          <a:lstStyle/>
          <a:p>
            <a:r>
              <a:rPr lang="en-US"/>
              <a:t>Introduction </a:t>
            </a:r>
            <a:br>
              <a:rPr lang="en-US"/>
            </a:br>
            <a:r>
              <a:rPr lang="en-US"/>
              <a:t>to</a:t>
            </a:r>
            <a:br>
              <a:rPr lang="en-US"/>
            </a:br>
            <a:r>
              <a:rPr lang="en-US"/>
              <a:t>Data Science Techniques</a:t>
            </a:r>
            <a:br>
              <a:rPr lang="en-US"/>
            </a:br>
            <a:r>
              <a:rPr lang="en-US" sz="1300"/>
              <a:t> </a:t>
            </a:r>
            <a:br>
              <a:rPr lang="en-US"/>
            </a:br>
            <a:r>
              <a:rPr lang="en-US" sz="4400"/>
              <a:t>(MAT 339)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895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F3783-D316-D7D7-D7E7-BE75D96A7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Plan for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315B9-A611-0876-959C-B03007C3A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600" b="1"/>
              <a:t>Course Overview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/>
              <a:t>Introduction to </a:t>
            </a:r>
            <a:r>
              <a:rPr lang="en-US" sz="3600" b="1"/>
              <a:t>GitHub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/>
              <a:t>Introduction to </a:t>
            </a:r>
            <a:r>
              <a:rPr lang="en-US" sz="3600" b="1"/>
              <a:t>LaTeX</a:t>
            </a:r>
          </a:p>
        </p:txBody>
      </p:sp>
    </p:spTree>
    <p:extLst>
      <p:ext uri="{BB962C8B-B14F-4D97-AF65-F5344CB8AC3E}">
        <p14:creationId xmlns:p14="http://schemas.microsoft.com/office/powerpoint/2010/main" val="3373642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8AC32-387D-E05A-E978-ACD5EC2E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Course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8BE18-B759-F6B2-CBFC-0231BD2BF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lphaLcPeriod"/>
            </a:pPr>
            <a:r>
              <a:rPr lang="en-US"/>
              <a:t>Origins of this course</a:t>
            </a:r>
          </a:p>
          <a:p>
            <a:pPr marL="514350" indent="-514350">
              <a:buFont typeface="+mj-lt"/>
              <a:buAutoNum type="alphaLcPeriod"/>
            </a:pPr>
            <a:endParaRPr lang="en-US"/>
          </a:p>
          <a:p>
            <a:pPr marL="514350" indent="-514350">
              <a:buFont typeface="+mj-lt"/>
              <a:buAutoNum type="alphaLcPeriod"/>
            </a:pPr>
            <a:r>
              <a:rPr lang="en-US"/>
              <a:t>Review Course Description</a:t>
            </a:r>
          </a:p>
          <a:p>
            <a:pPr marL="0" indent="0">
              <a:buNone/>
            </a:pPr>
            <a:r>
              <a:rPr lang="en-US"/>
              <a:t>	   “</a:t>
            </a:r>
            <a:r>
              <a:rPr lang="en-US" sz="2400">
                <a:latin typeface="Consolas" panose="020B0609020204030204" pitchFamily="49" charset="0"/>
              </a:rPr>
              <a:t>ADMIN/S26 DST Course Description.docx”</a:t>
            </a:r>
          </a:p>
          <a:p>
            <a:pPr marL="514350" indent="-514350">
              <a:buFont typeface="+mj-lt"/>
              <a:buAutoNum type="alphaLcPeriod"/>
            </a:pPr>
            <a:endParaRPr lang="en-US"/>
          </a:p>
          <a:p>
            <a:pPr marL="514350" indent="-514350">
              <a:buFont typeface="+mj-lt"/>
              <a:buAutoNum type="alphaLcPeriod" startAt="3"/>
            </a:pPr>
            <a:r>
              <a:rPr lang="en-US"/>
              <a:t>Preview of some course topics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401727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0D2B1-D1C1-1D11-E6D6-E28ED038D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1c. Preview of course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DB5B4-9609-EBD7-5DEB-4D25DC0BB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r>
              <a:rPr lang="en-US"/>
              <a:t>Week 2 - the terminal (command-line basics and commands)</a:t>
            </a:r>
          </a:p>
          <a:p>
            <a:r>
              <a:rPr lang="en-US"/>
              <a:t>Weeks 3-4 - data wrangling and processing in the terminal</a:t>
            </a:r>
          </a:p>
          <a:p>
            <a:r>
              <a:rPr lang="en-US"/>
              <a:t>Weeks 5-6	 - automation (turning workflows into commands using shell scripts, data pipelines, etc.)</a:t>
            </a:r>
          </a:p>
          <a:p>
            <a:r>
              <a:rPr lang="en-US"/>
              <a:t>Weeks 7-8	 - interactive command-line interfaces (CLIs) (e.g., Textual, Rich)</a:t>
            </a:r>
          </a:p>
          <a:p>
            <a:r>
              <a:rPr lang="en-US"/>
              <a:t>Weeks 9-10 - images as data (OpenCV, PIL, etc.)</a:t>
            </a:r>
          </a:p>
          <a:p>
            <a:r>
              <a:rPr lang="en-US"/>
              <a:t>Week 11 - dashboarding (in Jupyter)</a:t>
            </a:r>
          </a:p>
          <a:p>
            <a:r>
              <a:rPr lang="en-US"/>
              <a:t>Week 12-14 - Python APIs and other intermediate Python topics</a:t>
            </a:r>
          </a:p>
          <a:p>
            <a:pPr marL="0" indent="0" algn="ctr">
              <a:buNone/>
            </a:pPr>
            <a:r>
              <a:rPr lang="en-US" i="1">
                <a:solidFill>
                  <a:srgbClr val="FF0000"/>
                </a:solidFill>
              </a:rPr>
              <a:t>I will show a few quick demos of these.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408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7315E-0666-01A0-233B-EF4CBEC9E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111"/>
            <a:ext cx="10515600" cy="1325563"/>
          </a:xfrm>
        </p:spPr>
        <p:txBody>
          <a:bodyPr/>
          <a:lstStyle/>
          <a:p>
            <a:r>
              <a:rPr lang="en-US"/>
              <a:t>GitHub – a very short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4D457-C2ED-89CD-2A49-4355BD842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4611"/>
            <a:ext cx="105156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GitHub is a system for collaborating on developing code, allows for:</a:t>
            </a:r>
          </a:p>
          <a:p>
            <a:pPr lvl="1"/>
            <a:r>
              <a:rPr lang="en-US"/>
              <a:t>tracking of changes, </a:t>
            </a:r>
          </a:p>
          <a:p>
            <a:pPr lvl="1"/>
            <a:r>
              <a:rPr lang="en-US"/>
              <a:t>maintaining history of code versions, </a:t>
            </a:r>
          </a:p>
          <a:p>
            <a:pPr lvl="1"/>
            <a:r>
              <a:rPr lang="en-US"/>
              <a:t>testing new ideas on “branches”,</a:t>
            </a:r>
          </a:p>
          <a:p>
            <a:pPr lvl="1"/>
            <a:r>
              <a:rPr lang="en-US"/>
              <a:t>and much more…</a:t>
            </a:r>
          </a:p>
          <a:p>
            <a:endParaRPr lang="en-US"/>
          </a:p>
          <a:p>
            <a:pPr marL="0" indent="0">
              <a:buNone/>
            </a:pPr>
            <a:r>
              <a:rPr lang="en-US"/>
              <a:t>You should have already: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/>
              <a:t>set up a </a:t>
            </a:r>
            <a:r>
              <a:rPr lang="en-US" b="1"/>
              <a:t>GitHub </a:t>
            </a:r>
            <a:r>
              <a:rPr lang="en-US"/>
              <a:t>account at </a:t>
            </a:r>
            <a:r>
              <a:rPr lang="en-US">
                <a:hlinkClick r:id="rId2"/>
              </a:rPr>
              <a:t>https://www.github.com</a:t>
            </a:r>
            <a:r>
              <a:rPr lang="en-US"/>
              <a:t>, and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/>
              <a:t>installed </a:t>
            </a:r>
            <a:r>
              <a:rPr lang="en-US" b="1"/>
              <a:t>GitHub Desktop</a:t>
            </a:r>
            <a:r>
              <a:rPr lang="en-US"/>
              <a:t> from </a:t>
            </a:r>
            <a:r>
              <a:rPr lang="en-US" u="sng">
                <a:hlinkClick r:id="rId3"/>
              </a:rPr>
              <a:t>https://desktop.github.com/download/</a:t>
            </a:r>
            <a:r>
              <a:rPr lang="en-US" u="sng"/>
              <a:t> </a:t>
            </a:r>
            <a:r>
              <a:rPr lang="en-US"/>
              <a:t>and/or have </a:t>
            </a:r>
            <a:r>
              <a:rPr lang="en-US" b="1"/>
              <a:t>Git from the terminal </a:t>
            </a:r>
            <a:r>
              <a:rPr lang="en-US"/>
              <a:t>up and running (see course GitHub guide “Accessing Course Content using GitHub.docx”)</a:t>
            </a:r>
            <a:endParaRPr lang="en-US" u="sng"/>
          </a:p>
        </p:txBody>
      </p:sp>
    </p:spTree>
    <p:extLst>
      <p:ext uri="{BB962C8B-B14F-4D97-AF65-F5344CB8AC3E}">
        <p14:creationId xmlns:p14="http://schemas.microsoft.com/office/powerpoint/2010/main" val="2943260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47796-BBE5-C10B-2068-9F651D4B7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E6708-A1DC-5DC5-2668-1775B2841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/>
              <a:t>Learning objectives for today’s lesson</a:t>
            </a:r>
          </a:p>
          <a:p>
            <a:pPr marL="971550" lvl="1" indent="-514350" fontAlgn="ctr">
              <a:buFont typeface="+mj-lt"/>
              <a:buAutoNum type="arabicPeriod"/>
            </a:pPr>
            <a:r>
              <a:rPr lang="en-US" sz="3200"/>
              <a:t>git clone   </a:t>
            </a:r>
          </a:p>
          <a:p>
            <a:pPr marL="971550" lvl="1" indent="-514350" fontAlgn="ctr">
              <a:buFont typeface="+mj-lt"/>
              <a:buAutoNum type="arabicPeriod"/>
            </a:pPr>
            <a:r>
              <a:rPr lang="en-US" sz="3200"/>
              <a:t>git add</a:t>
            </a:r>
          </a:p>
          <a:p>
            <a:pPr marL="971550" lvl="1" indent="-514350" fontAlgn="ctr">
              <a:buFont typeface="+mj-lt"/>
              <a:buAutoNum type="arabicPeriod"/>
            </a:pPr>
            <a:r>
              <a:rPr lang="en-US" sz="3200"/>
              <a:t>git commit</a:t>
            </a:r>
          </a:p>
          <a:p>
            <a:pPr marL="971550" lvl="1" indent="-514350" fontAlgn="ctr">
              <a:buFont typeface="+mj-lt"/>
              <a:buAutoNum type="arabicPeriod"/>
            </a:pPr>
            <a:r>
              <a:rPr lang="en-US" sz="3200"/>
              <a:t>git push</a:t>
            </a:r>
          </a:p>
          <a:p>
            <a:pPr marL="971550" lvl="1" indent="-514350" fontAlgn="ctr">
              <a:buFont typeface="+mj-lt"/>
              <a:buAutoNum type="arabicPeriod"/>
            </a:pPr>
            <a:r>
              <a:rPr lang="en-US" sz="3200"/>
              <a:t>git pull</a:t>
            </a:r>
          </a:p>
          <a:p>
            <a:pPr marL="971550" lvl="1" indent="-514350" fontAlgn="ctr">
              <a:buFont typeface="+mj-lt"/>
              <a:buAutoNum type="arabicPeriod"/>
            </a:pPr>
            <a:r>
              <a:rPr lang="en-US" sz="3200"/>
              <a:t>resolving </a:t>
            </a:r>
            <a:r>
              <a:rPr lang="en-US" sz="3200" b="1"/>
              <a:t>one simple merge conflict</a:t>
            </a:r>
            <a:endParaRPr lang="en-US" sz="3200"/>
          </a:p>
          <a:p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3860659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4D32D-1C14-A7CF-77D3-AA040C842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231" y="212855"/>
            <a:ext cx="8012723" cy="953009"/>
          </a:xfrm>
        </p:spPr>
        <p:txBody>
          <a:bodyPr/>
          <a:lstStyle/>
          <a:p>
            <a:r>
              <a:rPr lang="en-US"/>
              <a:t>How Git is Organized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04B54-D200-D7CA-5080-581883D42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323" y="5996675"/>
            <a:ext cx="7743092" cy="842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/>
              <a:t>source:  Harvard EdX Data Science: Productivity Tools course</a:t>
            </a:r>
          </a:p>
          <a:p>
            <a:pPr marL="0" indent="0">
              <a:buNone/>
            </a:pPr>
            <a:r>
              <a:rPr lang="en-US" sz="1800"/>
              <a:t>https://courses.edx.org/courses/course-v1:HarvardX+PH125.5x+1T2025/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261AFE-2238-567F-3A33-85BB18192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361" y="1027906"/>
            <a:ext cx="7525278" cy="46642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1A293BA-E9FA-37BD-F6C0-16E6047CEA65}"/>
              </a:ext>
            </a:extLst>
          </p:cNvPr>
          <p:cNvSpPr txBox="1"/>
          <p:nvPr/>
        </p:nvSpPr>
        <p:spPr>
          <a:xfrm>
            <a:off x="121451" y="2157969"/>
            <a:ext cx="268575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Files in your working directory are not necessarily in the local repo. </a:t>
            </a:r>
          </a:p>
          <a:p>
            <a:endParaRPr lang="en-US"/>
          </a:p>
          <a:p>
            <a:r>
              <a:rPr lang="en-US"/>
              <a:t>They must be </a:t>
            </a:r>
            <a:r>
              <a:rPr lang="en-US" b="1"/>
              <a:t>added</a:t>
            </a:r>
            <a:r>
              <a:rPr lang="en-US"/>
              <a:t> to the staging area, causing </a:t>
            </a:r>
            <a:r>
              <a:rPr lang="en-US" b="1"/>
              <a:t>git </a:t>
            </a:r>
            <a:r>
              <a:rPr lang="en-US"/>
              <a:t>to </a:t>
            </a:r>
            <a:r>
              <a:rPr lang="en-US" b="1"/>
              <a:t>track </a:t>
            </a:r>
            <a:r>
              <a:rPr lang="en-US"/>
              <a:t>them, then </a:t>
            </a:r>
            <a:r>
              <a:rPr lang="en-US" b="1"/>
              <a:t>committed</a:t>
            </a:r>
            <a:r>
              <a:rPr lang="en-US"/>
              <a:t> to the repo.</a:t>
            </a:r>
          </a:p>
        </p:txBody>
      </p:sp>
    </p:spTree>
    <p:extLst>
      <p:ext uri="{BB962C8B-B14F-4D97-AF65-F5344CB8AC3E}">
        <p14:creationId xmlns:p14="http://schemas.microsoft.com/office/powerpoint/2010/main" val="3992045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49AF2-33E8-3365-067E-62FF95B09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68D54-0DA9-26E7-8CA6-9A2E3CB88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362" y="577970"/>
            <a:ext cx="10515600" cy="39954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/>
              <a:t>On to the lesson:</a:t>
            </a:r>
          </a:p>
          <a:p>
            <a:pPr marL="0" indent="0">
              <a:buNone/>
            </a:pPr>
            <a:r>
              <a:rPr lang="en-US" i="1"/>
              <a:t>I will be using GitHub desktop and I recommend you do as well for this lesson, but you could use Git from the terminal instead.</a:t>
            </a:r>
          </a:p>
          <a:p>
            <a:pPr marL="0" indent="0">
              <a:buNone/>
            </a:pPr>
            <a:endParaRPr lang="en-US"/>
          </a:p>
          <a:p>
            <a:pPr marL="971550" lvl="1" indent="-514350">
              <a:buFont typeface="+mj-lt"/>
              <a:buAutoNum type="arabicPeriod"/>
            </a:pPr>
            <a:r>
              <a:rPr lang="en-US"/>
              <a:t>If not already logged in to your account within GitHub Desktop, sign into your GitHub account by going to File:Options:Accounts.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6AC285-B49A-0D5B-6C46-54D93DBF64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74" b="8661"/>
          <a:stretch>
            <a:fillRect/>
          </a:stretch>
        </p:blipFill>
        <p:spPr>
          <a:xfrm>
            <a:off x="501402" y="3344809"/>
            <a:ext cx="5039428" cy="35131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A28AF1-138F-EABE-B370-7503CEAE3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482831"/>
            <a:ext cx="5278132" cy="279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796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1DB99-2BFE-CD19-1FAB-B50F037CD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6980"/>
            <a:ext cx="10515600" cy="587458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US">
                <a:solidFill>
                  <a:srgbClr val="FF0000"/>
                </a:solidFill>
              </a:rPr>
              <a:t>Part of HW 1 was to be completed before today’s class, so you should have </a:t>
            </a:r>
            <a:r>
              <a:rPr lang="en-US"/>
              <a:t>already cloned my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github_basics_A</a:t>
            </a:r>
            <a:r>
              <a:rPr lang="en-US"/>
              <a:t> (or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_B</a:t>
            </a:r>
            <a:r>
              <a:rPr lang="en-US"/>
              <a:t> or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_C</a:t>
            </a:r>
            <a:r>
              <a:rPr lang="en-US"/>
              <a:t>) repository depending on your last name.</a:t>
            </a:r>
          </a:p>
          <a:p>
            <a:pPr marL="0" indent="0">
              <a:buNone/>
            </a:pPr>
            <a:r>
              <a:rPr lang="en-US"/>
              <a:t>	If not, do so now. See the course GitHub document for more 	  info on how to clone.</a:t>
            </a:r>
          </a:p>
          <a:p>
            <a:pPr marL="457200" lvl="1" indent="0">
              <a:buNone/>
            </a:pPr>
            <a:endParaRPr lang="en-US"/>
          </a:p>
          <a:p>
            <a:pPr marL="457200" lvl="1" indent="0">
              <a:buNone/>
            </a:pPr>
            <a:r>
              <a:rPr lang="en-US" b="1"/>
              <a:t>Note</a:t>
            </a:r>
            <a:r>
              <a:rPr lang="en-US"/>
              <a:t>: </a:t>
            </a:r>
          </a:p>
          <a:p>
            <a:pPr lvl="1"/>
            <a:r>
              <a:rPr lang="en-US"/>
              <a:t>You can make changes to this repo since you were invited to be a “collaborator” by the repo owner.</a:t>
            </a:r>
          </a:p>
          <a:p>
            <a:pPr lvl="1"/>
            <a:r>
              <a:rPr lang="en-US"/>
              <a:t>You can not make changes to the course content repo.</a:t>
            </a:r>
          </a:p>
          <a:p>
            <a:pPr marL="457200" lvl="1" indent="0">
              <a:buNone/>
            </a:pPr>
            <a:endParaRPr lang="en-US"/>
          </a:p>
          <a:p>
            <a:pPr marL="457200" lvl="1" indent="0">
              <a:buNone/>
            </a:pPr>
            <a:r>
              <a:rPr lang="en-US"/>
              <a:t>On future teams you will be on, you would each want to be collaborators.</a:t>
            </a:r>
          </a:p>
          <a:p>
            <a:pPr lvl="1"/>
            <a:endParaRPr lang="en-US"/>
          </a:p>
          <a:p>
            <a:pPr marL="514350" indent="-514350">
              <a:buFont typeface="+mj-lt"/>
              <a:buAutoNum type="arabicPeriod" startAt="2"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657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AD4F4-314C-6D79-FBC3-C0360E267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082"/>
            <a:ext cx="10515600" cy="813934"/>
          </a:xfrm>
        </p:spPr>
        <p:txBody>
          <a:bodyPr/>
          <a:lstStyle/>
          <a:p>
            <a:r>
              <a:rPr lang="en-US"/>
              <a:t>Cloning a Repo – in pictures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96779-EAEF-413E-CE6C-C6A6C43B9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3290A8-42F4-6D15-6EB7-FAB984E3B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555" y="1121435"/>
            <a:ext cx="4863920" cy="27863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44DCB3-E77D-B323-A16D-5EBA286D0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120" y="3382606"/>
            <a:ext cx="5792308" cy="3221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762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EE0D5-F0D4-8B98-6965-B124678CC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0175"/>
            <a:ext cx="10515600" cy="1325563"/>
          </a:xfrm>
        </p:spPr>
        <p:txBody>
          <a:bodyPr/>
          <a:lstStyle/>
          <a:p>
            <a:r>
              <a:rPr lang="en-US"/>
              <a:t>Collaborating on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15A12-E659-28AC-5BEF-9FAE33ABC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0324"/>
            <a:ext cx="10515600" cy="5108575"/>
          </a:xfrm>
        </p:spPr>
        <p:txBody>
          <a:bodyPr>
            <a:normAutofit lnSpcReduction="10000"/>
          </a:bodyPr>
          <a:lstStyle/>
          <a:p>
            <a:r>
              <a:rPr lang="en-US" b="1"/>
              <a:t>Work flow</a:t>
            </a:r>
          </a:p>
          <a:p>
            <a:pPr lvl="1"/>
            <a:r>
              <a:rPr lang="en-US"/>
              <a:t>work on files locally</a:t>
            </a:r>
          </a:p>
          <a:p>
            <a:pPr lvl="1"/>
            <a:r>
              <a:rPr lang="en-US"/>
              <a:t>when done, “Commit” your changes (“Commit” button in GitHub Desktop) </a:t>
            </a:r>
          </a:p>
          <a:p>
            <a:pPr lvl="1"/>
            <a:r>
              <a:rPr lang="en-US"/>
              <a:t>then click “Push origin” – this uploads your files to the repo on github.com</a:t>
            </a:r>
          </a:p>
          <a:p>
            <a:pPr lvl="1"/>
            <a:endParaRPr lang="en-US"/>
          </a:p>
          <a:p>
            <a:r>
              <a:rPr lang="en-US"/>
              <a:t>If you </a:t>
            </a:r>
            <a:r>
              <a:rPr lang="en-US" b="1"/>
              <a:t>take turns </a:t>
            </a:r>
            <a:r>
              <a:rPr lang="en-US"/>
              <a:t>working on files, no conflicts will arise.</a:t>
            </a:r>
          </a:p>
          <a:p>
            <a:pPr lvl="1"/>
            <a:r>
              <a:rPr lang="en-US" b="1"/>
              <a:t>let’s demonstrate this</a:t>
            </a:r>
            <a:r>
              <a:rPr lang="en-US"/>
              <a:t> – add 1 comment under the divider, then commit, then push</a:t>
            </a:r>
            <a:endParaRPr lang="en-US" b="1"/>
          </a:p>
          <a:p>
            <a:pPr lvl="1"/>
            <a:endParaRPr lang="en-US"/>
          </a:p>
          <a:p>
            <a:r>
              <a:rPr lang="en-US"/>
              <a:t>Sometimes your </a:t>
            </a:r>
            <a:r>
              <a:rPr lang="en-US" b="1"/>
              <a:t>work</a:t>
            </a:r>
            <a:r>
              <a:rPr lang="en-US"/>
              <a:t> on a file may </a:t>
            </a:r>
            <a:r>
              <a:rPr lang="en-US" b="1"/>
              <a:t>overlap</a:t>
            </a:r>
            <a:r>
              <a:rPr lang="en-US"/>
              <a:t> – leads to </a:t>
            </a:r>
            <a:r>
              <a:rPr lang="en-US" b="1"/>
              <a:t>conflicts</a:t>
            </a:r>
            <a:r>
              <a:rPr lang="en-US"/>
              <a:t> that you have to “merge” – a very common situation.</a:t>
            </a:r>
          </a:p>
          <a:p>
            <a:pPr lvl="1"/>
            <a:r>
              <a:rPr lang="en-US" b="1"/>
              <a:t>let’s try to demonstrate this – </a:t>
            </a:r>
            <a:r>
              <a:rPr lang="en-US"/>
              <a:t>see next slides</a:t>
            </a:r>
            <a:endParaRPr lang="en-US" b="1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503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3853E-5185-AFB3-6301-334D5370B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56"/>
            <a:ext cx="10515600" cy="1325563"/>
          </a:xfrm>
        </p:spPr>
        <p:txBody>
          <a:bodyPr/>
          <a:lstStyle/>
          <a:p>
            <a:r>
              <a:rPr lang="en-US"/>
              <a:t>What a conflict looks like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420D7F-C2F8-6B77-941E-FF3E9A84FFF8}"/>
              </a:ext>
            </a:extLst>
          </p:cNvPr>
          <p:cNvSpPr txBox="1"/>
          <p:nvPr/>
        </p:nvSpPr>
        <p:spPr>
          <a:xfrm>
            <a:off x="478441" y="2108136"/>
            <a:ext cx="102371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cs typeface="Courier New" panose="02070309020205020404" pitchFamily="49" charset="0"/>
              </a:rPr>
              <a:t>Ava and Ben each independently download the file (by “pulling” the repo).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cs typeface="Courier New" panose="02070309020205020404" pitchFamily="49" charset="0"/>
              </a:rPr>
              <a:t>Each updates the file with a recipe.  Ben add’s egg salad.  Ava adds hummus; her recipe.py now looks like this: 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788761-164F-87D9-AB49-41A4E2813BD1}"/>
              </a:ext>
            </a:extLst>
          </p:cNvPr>
          <p:cNvSpPr txBox="1"/>
          <p:nvPr/>
        </p:nvSpPr>
        <p:spPr>
          <a:xfrm>
            <a:off x="1027840" y="1019622"/>
            <a:ext cx="8146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Here’s the original file: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F59223-8E57-3F23-0F9F-2A4BF66CA238}"/>
              </a:ext>
            </a:extLst>
          </p:cNvPr>
          <p:cNvSpPr txBox="1"/>
          <p:nvPr/>
        </p:nvSpPr>
        <p:spPr>
          <a:xfrm>
            <a:off x="3444166" y="1038755"/>
            <a:ext cx="7833434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recipes = {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"apple pie": ["apples", "flour", "sugar"],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"pancakes": ["flour", "milk", "eggs"]}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F8D2FDC-662A-EA54-6A6D-CC2C677E60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62" r="8895" b="21429"/>
          <a:stretch>
            <a:fillRect/>
          </a:stretch>
        </p:blipFill>
        <p:spPr bwMode="auto">
          <a:xfrm>
            <a:off x="5289623" y="4254795"/>
            <a:ext cx="6577468" cy="2131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4EDA5BA-0334-9899-0353-284CA2A50E17}"/>
              </a:ext>
            </a:extLst>
          </p:cNvPr>
          <p:cNvSpPr txBox="1"/>
          <p:nvPr/>
        </p:nvSpPr>
        <p:spPr>
          <a:xfrm>
            <a:off x="2494131" y="2784505"/>
            <a:ext cx="7833434" cy="120032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recipes = {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"apple pie": ["apples", "flour", "sugar"],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"pancakes": ["flour", "milk", "eggs"],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"hummus": ["chickpeas","olive oil","garlic"]}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CFD1FA-D4FE-988E-8F64-3395B5376A54}"/>
              </a:ext>
            </a:extLst>
          </p:cNvPr>
          <p:cNvSpPr txBox="1"/>
          <p:nvPr/>
        </p:nvSpPr>
        <p:spPr>
          <a:xfrm>
            <a:off x="478441" y="4147167"/>
            <a:ext cx="467458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cs typeface="Courier New" panose="02070309020205020404" pitchFamily="49" charset="0"/>
              </a:rPr>
              <a:t>Ava commits her changes and pushes (uploads) the changed file to the repo.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cs typeface="Courier New" panose="02070309020205020404" pitchFamily="49" charset="0"/>
              </a:rPr>
              <a:t>Ben commits his changes, but when he goes to push he encounters a merge message.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Ben clicks Fetch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8763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C428F-CB08-292D-6B43-C5C560E66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17827"/>
            <a:ext cx="3933825" cy="662782"/>
          </a:xfrm>
        </p:spPr>
        <p:txBody>
          <a:bodyPr>
            <a:normAutofit fontScale="90000"/>
          </a:bodyPr>
          <a:lstStyle/>
          <a:p>
            <a:r>
              <a:rPr lang="en-US" sz="3600"/>
              <a:t>Conflicted file (cont)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962C1-1F4D-2D2C-ACA4-0A33F582B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725" y="900523"/>
            <a:ext cx="5534026" cy="2197629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After clicking Fetch, Ben sees this:</a:t>
            </a:r>
          </a:p>
          <a:p>
            <a:r>
              <a:rPr lang="en-US"/>
              <a:t>Next, he and his collaborators:</a:t>
            </a:r>
          </a:p>
          <a:p>
            <a:pPr lvl="1"/>
            <a:r>
              <a:rPr lang="en-US"/>
              <a:t>decide how to resolve this (possibly using GitHub </a:t>
            </a:r>
            <a:r>
              <a:rPr lang="en-US" b="1"/>
              <a:t>Issues</a:t>
            </a:r>
            <a:r>
              <a:rPr lang="en-US"/>
              <a:t>) and </a:t>
            </a:r>
          </a:p>
          <a:p>
            <a:pPr lvl="1"/>
            <a:r>
              <a:rPr lang="en-US"/>
              <a:t>edit the file accordingly (e.g. in Spyder, VS Code, etc. ); here’s what it looks like in VS Code: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6BCDB06-E488-432E-1C8E-A1538BB5A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0" y="310121"/>
            <a:ext cx="5734050" cy="2592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92A3ACE-2D66-34E1-FD5A-1558A821766A}"/>
              </a:ext>
            </a:extLst>
          </p:cNvPr>
          <p:cNvSpPr txBox="1">
            <a:spLocks/>
          </p:cNvSpPr>
          <p:nvPr/>
        </p:nvSpPr>
        <p:spPr>
          <a:xfrm>
            <a:off x="342900" y="5957477"/>
            <a:ext cx="9229725" cy="534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/>
              <a:t>They agree to edit to include both recipes.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7F1FC24A-43BE-7430-375C-8055751E4A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0" y="3022070"/>
            <a:ext cx="7734300" cy="2657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8C718A-5714-7B45-CD78-239E7C081EFC}"/>
              </a:ext>
            </a:extLst>
          </p:cNvPr>
          <p:cNvSpPr txBox="1"/>
          <p:nvPr/>
        </p:nvSpPr>
        <p:spPr>
          <a:xfrm>
            <a:off x="8616837" y="3098152"/>
            <a:ext cx="310843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&lt;- what’s in both versions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&lt;- what’s only in Ben’s version</a:t>
            </a:r>
          </a:p>
          <a:p>
            <a:endParaRPr lang="en-US"/>
          </a:p>
          <a:p>
            <a:r>
              <a:rPr lang="en-US"/>
              <a:t>&lt;- what’s only in the remote version (on the repo online, i.e. what Ava uploaded first)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5AE4CA-3D3D-1822-DA83-EA7546D43F2F}"/>
              </a:ext>
            </a:extLst>
          </p:cNvPr>
          <p:cNvSpPr txBox="1"/>
          <p:nvPr/>
        </p:nvSpPr>
        <p:spPr>
          <a:xfrm>
            <a:off x="6353175" y="6040203"/>
            <a:ext cx="56578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&lt;&lt;&lt; and &gt;&gt;&gt; signify start and end of conflict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======= separate the different versions.</a:t>
            </a:r>
          </a:p>
        </p:txBody>
      </p:sp>
    </p:spTree>
    <p:extLst>
      <p:ext uri="{BB962C8B-B14F-4D97-AF65-F5344CB8AC3E}">
        <p14:creationId xmlns:p14="http://schemas.microsoft.com/office/powerpoint/2010/main" val="3906617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CA1BD-B379-10B2-7918-34ABEE46C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8255"/>
            <a:ext cx="2743200" cy="1162845"/>
          </a:xfrm>
        </p:spPr>
        <p:txBody>
          <a:bodyPr/>
          <a:lstStyle/>
          <a:p>
            <a:r>
              <a:rPr lang="en-US"/>
              <a:t>Merging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E41C8-0095-153A-2E73-EFD63A6FB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044574"/>
            <a:ext cx="5400675" cy="2536825"/>
          </a:xfrm>
        </p:spPr>
        <p:txBody>
          <a:bodyPr>
            <a:normAutofit/>
          </a:bodyPr>
          <a:lstStyle/>
          <a:p>
            <a:r>
              <a:rPr lang="en-US"/>
              <a:t>After editing the file, back in GitHub Desktop Ben now sees:</a:t>
            </a:r>
          </a:p>
          <a:p>
            <a:r>
              <a:rPr lang="en-US"/>
              <a:t>He clicks “Continue merge”</a:t>
            </a:r>
          </a:p>
          <a:p>
            <a:r>
              <a:rPr lang="en-US" b="1"/>
              <a:t>The conflict is now resolved.</a:t>
            </a:r>
          </a:p>
          <a:p>
            <a:r>
              <a:rPr lang="en-US"/>
              <a:t>Up on the repo, the file is now: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FA9CBED-2C89-69F1-D9C6-E53EC843C0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7475" y="209029"/>
            <a:ext cx="5524500" cy="3229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29549E-FB4B-9E5E-5352-BB1FB260C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898" y="3771900"/>
            <a:ext cx="6296904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469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0F663-955E-1844-9466-D258E4060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GitHub questions on the 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8CE24-0855-30B3-C512-F549B43D2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Questions 1-4 – setting up account, tools and cloning</a:t>
            </a:r>
          </a:p>
          <a:p>
            <a:r>
              <a:rPr lang="en-US"/>
              <a:t>Question 5 – screen shots of your set-up</a:t>
            </a:r>
          </a:p>
          <a:p>
            <a:r>
              <a:rPr lang="en-US"/>
              <a:t>Question 6 – based on what we just covered:</a:t>
            </a:r>
          </a:p>
          <a:p>
            <a:pPr marL="0" indent="0">
              <a:buNone/>
            </a:pP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E9BC82-650E-7A03-FD8D-853ECC3454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521457"/>
              </p:ext>
            </p:extLst>
          </p:nvPr>
        </p:nvGraphicFramePr>
        <p:xfrm>
          <a:off x="838200" y="3616643"/>
          <a:ext cx="9988296" cy="3108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88296">
                  <a:extLst>
                    <a:ext uri="{9D8B030D-6E8A-4147-A177-3AD203B41FA5}">
                      <a16:colId xmlns:a16="http://schemas.microsoft.com/office/drawing/2014/main" val="1624781922"/>
                    </a:ext>
                  </a:extLst>
                </a:gridCol>
              </a:tblGrid>
              <a:tr h="2560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 Choose one or more students who were assigned to your github basics repo. This was based on last name: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B-H in github_basics_A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J-P in github_basics_B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R-W in github_basics_C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Following the script demonstrated in class, make changes to the repo rst by taking turns and then overlapping. When overlapping, resolve the conflict and merge the changes. Write up a brief recap of these activities as your answer to this question.</a:t>
                      </a:r>
                    </a:p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5870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8359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CBDD6-166A-4329-087B-35D8F7E32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Creating Your Own GitHub Repo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0EDD8-A32C-66CB-DF5B-84519054D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3289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514350" indent="-514350" fontAlgn="ctr">
              <a:buFont typeface="+mj-lt"/>
              <a:buAutoNum type="arabicPeriod"/>
            </a:pPr>
            <a:r>
              <a:rPr lang="en-US"/>
              <a:t>1</a:t>
            </a:r>
            <a:r>
              <a:rPr lang="en-US" baseline="30000"/>
              <a:t>st</a:t>
            </a:r>
            <a:r>
              <a:rPr lang="en-US"/>
              <a:t> create the repo on GitHub.com (the "upstream repo")</a:t>
            </a:r>
          </a:p>
          <a:p>
            <a:pPr marL="514350" indent="-514350" fontAlgn="ctr">
              <a:buFont typeface="+mj-lt"/>
              <a:buAutoNum type="arabicPeriod"/>
            </a:pPr>
            <a:r>
              <a:rPr lang="en-US"/>
              <a:t>Next make the local repo:</a:t>
            </a:r>
          </a:p>
          <a:p>
            <a:pPr marL="914400" lvl="1" indent="-457200" fontAlgn="ctr">
              <a:buFont typeface="+mj-lt"/>
              <a:buAutoNum type="alphaLcPeriod"/>
            </a:pPr>
            <a:r>
              <a:rPr lang="en-US"/>
              <a:t>Set up a local directory with files you want in the repo</a:t>
            </a:r>
          </a:p>
          <a:p>
            <a:pPr marL="914400" lvl="1" indent="-457200" fontAlgn="ctr">
              <a:buFont typeface="+mj-lt"/>
              <a:buAutoNum type="alphaLcPeriod"/>
            </a:pPr>
            <a:r>
              <a:rPr lang="en-US"/>
              <a:t>In Git Bash (or similar) from the top level of this directory type:  </a:t>
            </a:r>
          </a:p>
          <a:p>
            <a:pPr marL="457200" lvl="1" indent="0" fontAlgn="ctr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		git init   </a:t>
            </a:r>
            <a:r>
              <a:rPr lang="en-US"/>
              <a:t>(turns it into a local repo)</a:t>
            </a:r>
          </a:p>
          <a:p>
            <a:pPr marL="914400" lvl="1" indent="-457200" fontAlgn="ctr">
              <a:buFont typeface="+mj-lt"/>
              <a:buAutoNum type="alphaLcPeriod"/>
            </a:pPr>
            <a:r>
              <a:rPr lang="en-US"/>
              <a:t>Add the files in the folder to the local repo</a:t>
            </a:r>
            <a:r>
              <a:rPr lang="en-US" baseline="30000"/>
              <a:t>1</a:t>
            </a:r>
            <a:r>
              <a:rPr lang="en-US"/>
              <a:t>. For example to add the file README.txt, type:</a:t>
            </a:r>
          </a:p>
          <a:p>
            <a:pPr marL="1371600" lvl="3" indent="0" fontAlgn="ctr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git add README.txt  </a:t>
            </a:r>
            <a:r>
              <a:rPr lang="en-US" baseline="30000">
                <a:cs typeface="Courier New" panose="02070309020205020404" pitchFamily="49" charset="0"/>
              </a:rPr>
              <a:t>2</a:t>
            </a:r>
          </a:p>
          <a:p>
            <a:pPr marL="1371600" lvl="3" indent="0" fontAlgn="ctr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git commit -m "First commit…"</a:t>
            </a:r>
          </a:p>
          <a:p>
            <a:pPr marL="514350" indent="-514350" fontAlgn="ctr">
              <a:buFont typeface="+mj-lt"/>
              <a:buAutoNum type="arabicPeriod"/>
            </a:pPr>
            <a:r>
              <a:rPr lang="en-US"/>
              <a:t>Connect to the GitHub repo by typing:</a:t>
            </a:r>
          </a:p>
          <a:p>
            <a:pPr marL="0" indent="0" fontAlgn="ctr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      git remote add origin &lt;repo's_url&gt;</a:t>
            </a:r>
          </a:p>
          <a:p>
            <a:pPr marL="0" indent="0" fontAlgn="ctr">
              <a:buNone/>
            </a:pPr>
            <a:r>
              <a:rPr lang="en-US">
                <a:cs typeface="Courier New" panose="02070309020205020404" pitchFamily="49" charset="0"/>
              </a:rPr>
              <a:t>4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r>
              <a:rPr lang="en-US"/>
              <a:t>Type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git push -u origin main </a:t>
            </a:r>
            <a:r>
              <a:rPr lang="en-US"/>
              <a:t>- pushes local files upstream</a:t>
            </a:r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55F829-EB92-CE70-3C77-22F6A7E2958D}"/>
              </a:ext>
            </a:extLst>
          </p:cNvPr>
          <p:cNvSpPr txBox="1"/>
          <p:nvPr/>
        </p:nvSpPr>
        <p:spPr>
          <a:xfrm>
            <a:off x="1182243" y="5909461"/>
            <a:ext cx="98275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aseline="30000"/>
              <a:t>1</a:t>
            </a:r>
            <a:r>
              <a:rPr lang="en-US"/>
              <a:t>  Files can be in the folder without being in the repo</a:t>
            </a:r>
          </a:p>
          <a:p>
            <a:r>
              <a:rPr lang="en-US"/>
              <a:t> </a:t>
            </a:r>
            <a:r>
              <a:rPr lang="en-US" baseline="30000">
                <a:cs typeface="Courier New" panose="02070309020205020404" pitchFamily="49" charset="0"/>
              </a:rPr>
              <a:t>2  </a:t>
            </a:r>
            <a:r>
              <a:rPr lang="en-US">
                <a:cs typeface="Courier New" panose="02070309020205020404" pitchFamily="49" charset="0"/>
              </a:rPr>
              <a:t>Use:  </a:t>
            </a:r>
            <a:r>
              <a:rPr lang="en-US" b="0" i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git add .</a:t>
            </a:r>
            <a:r>
              <a:rPr lang="en-US" b="0" i="0">
                <a:solidFill>
                  <a:srgbClr val="0A0A0A"/>
                </a:solidFill>
                <a:effectLst/>
                <a:latin typeface="Google Sans"/>
              </a:rPr>
              <a:t>      to add </a:t>
            </a:r>
            <a:r>
              <a:rPr lang="en-US" b="1" i="0">
                <a:solidFill>
                  <a:srgbClr val="0A0A0A"/>
                </a:solidFill>
                <a:effectLst/>
                <a:latin typeface="Google Sans"/>
              </a:rPr>
              <a:t>all new, modified, and deleted files and their contents</a:t>
            </a:r>
            <a:r>
              <a:rPr lang="en-US" b="0" i="0">
                <a:solidFill>
                  <a:srgbClr val="0A0A0A"/>
                </a:solidFill>
                <a:effectLst/>
                <a:latin typeface="Google Sans"/>
              </a:rPr>
              <a:t> within the current directory and all of its subdirectories to the Git </a:t>
            </a:r>
            <a:r>
              <a:rPr lang="en-US" b="1" i="0">
                <a:solidFill>
                  <a:srgbClr val="0A0A0A"/>
                </a:solidFill>
                <a:effectLst/>
                <a:latin typeface="Google Sans"/>
              </a:rPr>
              <a:t>staging area</a:t>
            </a:r>
            <a:r>
              <a:rPr lang="en-US" b="0" i="0">
                <a:solidFill>
                  <a:srgbClr val="0A0A0A"/>
                </a:solidFill>
                <a:effectLst/>
                <a:latin typeface="Google Sans"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5750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B5D40-26E2-E04B-7BEE-5F3625F88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Git Branches and Merges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DEF63-BDE2-ECB0-4606-49423646A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440" y="1640400"/>
            <a:ext cx="10515600" cy="4428872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>
                <a:ea typeface="+mn-lt"/>
                <a:cs typeface="+mn-lt"/>
              </a:rPr>
              <a:t>Scenario</a:t>
            </a:r>
          </a:p>
          <a:p>
            <a:pPr lvl="1"/>
            <a:r>
              <a:rPr lang="en-US">
                <a:ea typeface="+mn-lt"/>
                <a:cs typeface="+mn-lt"/>
              </a:rPr>
              <a:t>Chuck and Dina are collaborating on a coding project. </a:t>
            </a:r>
          </a:p>
          <a:p>
            <a:pPr lvl="1"/>
            <a:r>
              <a:rPr lang="en-US">
                <a:ea typeface="+mn-lt"/>
                <a:cs typeface="+mn-lt"/>
              </a:rPr>
              <a:t>Dina wants to add a new feature to one of the .py modules but doesn’t want to break what is already in the repo in the process.</a:t>
            </a:r>
          </a:p>
          <a:p>
            <a:pPr lvl="1"/>
            <a:r>
              <a:rPr lang="en-US">
                <a:ea typeface="+mn-lt"/>
                <a:cs typeface="+mn-lt"/>
              </a:rPr>
              <a:t>Dina creates a branch, committing changes </a:t>
            </a:r>
            <a:r>
              <a:rPr lang="en-US" b="1">
                <a:ea typeface="+mn-lt"/>
                <a:cs typeface="+mn-lt"/>
              </a:rPr>
              <a:t>to the branch</a:t>
            </a:r>
            <a:r>
              <a:rPr lang="en-US">
                <a:ea typeface="+mn-lt"/>
                <a:cs typeface="+mn-lt"/>
              </a:rPr>
              <a:t>, as she works - </a:t>
            </a:r>
          </a:p>
          <a:p>
            <a:pPr marL="457200" lvl="1" indent="0">
              <a:buNone/>
            </a:pPr>
            <a:r>
              <a:rPr lang="en-US">
                <a:ea typeface="+mn-lt"/>
                <a:cs typeface="+mn-lt"/>
              </a:rPr>
              <a:t>	</a:t>
            </a:r>
            <a:r>
              <a:rPr lang="en-US">
                <a:latin typeface="Courier New" panose="02070309020205020404" pitchFamily="49" charset="0"/>
                <a:ea typeface="+mn-lt"/>
                <a:cs typeface="Courier New" panose="02070309020205020404" pitchFamily="49" charset="0"/>
              </a:rPr>
              <a:t>git checkout -b new_feature</a:t>
            </a:r>
          </a:p>
          <a:p>
            <a:pPr marL="457200" lvl="1" indent="0">
              <a:buNone/>
            </a:pPr>
            <a:r>
              <a:rPr lang="en-US">
                <a:latin typeface="Courier New" panose="02070309020205020404" pitchFamily="49" charset="0"/>
                <a:ea typeface="+mn-lt"/>
                <a:cs typeface="Courier New" panose="02070309020205020404" pitchFamily="49" charset="0"/>
              </a:rPr>
              <a:t>	git commit -m "Refactoring complete“</a:t>
            </a:r>
          </a:p>
          <a:p>
            <a:pPr marL="457200" lvl="1" indent="0">
              <a:buNone/>
            </a:pPr>
            <a:r>
              <a:rPr lang="en-US">
                <a:latin typeface="Courier New" panose="02070309020205020404" pitchFamily="49" charset="0"/>
                <a:ea typeface="+mn-lt"/>
                <a:cs typeface="Courier New" panose="02070309020205020404" pitchFamily="49" charset="0"/>
              </a:rPr>
              <a:t>	</a:t>
            </a:r>
          </a:p>
          <a:p>
            <a:pPr lvl="1"/>
            <a:r>
              <a:rPr lang="en-US">
                <a:ea typeface="+mn-lt"/>
                <a:cs typeface="+mn-lt"/>
              </a:rPr>
              <a:t>Once she is satisfied the refactoring is successful, she then merges the branch with main </a:t>
            </a:r>
          </a:p>
          <a:p>
            <a:pPr marL="457200" lvl="1" indent="0">
              <a:buNone/>
            </a:pPr>
            <a:r>
              <a:rPr lang="en-US">
                <a:ea typeface="+mn-lt"/>
                <a:cs typeface="+mn-lt"/>
              </a:rPr>
              <a:t>	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git checkout main</a:t>
            </a:r>
          </a:p>
          <a:p>
            <a:pPr marL="457200" lvl="1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	git merge </a:t>
            </a:r>
            <a:r>
              <a:rPr lang="en-US">
                <a:latin typeface="Courier New" panose="02070309020205020404" pitchFamily="49" charset="0"/>
                <a:ea typeface="+mn-lt"/>
                <a:cs typeface="Courier New" panose="02070309020205020404" pitchFamily="49" charset="0"/>
              </a:rPr>
              <a:t>new_feature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en-US"/>
          </a:p>
          <a:p>
            <a:pPr lvl="1"/>
            <a:endParaRPr lang="en-US">
              <a:ea typeface="+mn-lt"/>
              <a:cs typeface="+mn-lt"/>
            </a:endParaRPr>
          </a:p>
          <a:p>
            <a:pPr lvl="1"/>
            <a:r>
              <a:rPr lang="en-US">
                <a:ea typeface="+mn-lt"/>
                <a:cs typeface="+mn-lt"/>
              </a:rPr>
              <a:t>and can delete the branch</a:t>
            </a:r>
          </a:p>
          <a:p>
            <a:pPr marL="914400" lvl="2" indent="0">
              <a:buNone/>
            </a:pPr>
            <a:r>
              <a:rPr lang="en-US">
                <a:latin typeface="Courier New" panose="02070309020205020404" pitchFamily="49" charset="0"/>
                <a:ea typeface="+mn-lt"/>
                <a:cs typeface="Courier New" panose="02070309020205020404" pitchFamily="49" charset="0"/>
              </a:rPr>
              <a:t>git branch -d new_feature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AF4066A5-7369-AEE9-DD02-8064DE6C5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960" y="4386075"/>
            <a:ext cx="6495288" cy="2384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44FA35-9472-0AF3-D214-EC4A93F137A3}"/>
              </a:ext>
            </a:extLst>
          </p:cNvPr>
          <p:cNvSpPr txBox="1"/>
          <p:nvPr/>
        </p:nvSpPr>
        <p:spPr>
          <a:xfrm>
            <a:off x="5815584" y="6550223"/>
            <a:ext cx="60746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bg1">
                    <a:lumMod val="50000"/>
                  </a:schemeClr>
                </a:solidFill>
              </a:rPr>
              <a:t>src: https://gitbookdown.dallasdatascience.com/branching-git-branch.html</a:t>
            </a:r>
          </a:p>
        </p:txBody>
      </p:sp>
    </p:spTree>
    <p:extLst>
      <p:ext uri="{BB962C8B-B14F-4D97-AF65-F5344CB8AC3E}">
        <p14:creationId xmlns:p14="http://schemas.microsoft.com/office/powerpoint/2010/main" val="250522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D7381-2B2B-469A-093E-A92D75114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022"/>
            <a:ext cx="10515600" cy="1138509"/>
          </a:xfrm>
        </p:spPr>
        <p:txBody>
          <a:bodyPr>
            <a:normAutofit/>
          </a:bodyPr>
          <a:lstStyle/>
          <a:p>
            <a:r>
              <a:rPr lang="en-US" sz="4000"/>
              <a:t>There is much, much more to 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2FA4D-44F6-65CD-5DFC-0D7CFD420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" y="1208531"/>
            <a:ext cx="8668512" cy="5449824"/>
          </a:xfrm>
        </p:spPr>
        <p:txBody>
          <a:bodyPr>
            <a:normAutofit fontScale="70000" lnSpcReduction="20000"/>
          </a:bodyPr>
          <a:lstStyle/>
          <a:p>
            <a:r>
              <a:rPr lang="en-US" sz="3400"/>
              <a:t>this is only 1% of it</a:t>
            </a:r>
          </a:p>
          <a:p>
            <a:pPr>
              <a:lnSpc>
                <a:spcPct val="120000"/>
              </a:lnSpc>
            </a:pPr>
            <a:r>
              <a:rPr lang="en-US" sz="3400"/>
              <a:t>tight integration with Visual Studio Code (programming IDE) and R-Studio</a:t>
            </a:r>
          </a:p>
          <a:p>
            <a:r>
              <a:rPr lang="en-US" sz="3400"/>
              <a:t>massive amount of repos online you can clone and use, take in your own direction,e tc.</a:t>
            </a:r>
          </a:p>
          <a:p>
            <a:r>
              <a:rPr lang="en-US" sz="3400"/>
              <a:t>how collaboratove coding is done</a:t>
            </a:r>
          </a:p>
          <a:p>
            <a:pPr marL="0" indent="0">
              <a:buNone/>
            </a:pPr>
            <a:endParaRPr lang="en-US" sz="3400"/>
          </a:p>
          <a:p>
            <a:pPr marL="0" indent="0">
              <a:buNone/>
            </a:pPr>
            <a:r>
              <a:rPr lang="en-US" sz="3400" u="sng"/>
              <a:t>Additional Git and GitHub resources</a:t>
            </a:r>
            <a:r>
              <a:rPr lang="en-US" sz="3400"/>
              <a:t>:</a:t>
            </a:r>
          </a:p>
          <a:p>
            <a:pPr lvl="1" fontAlgn="ctr">
              <a:lnSpc>
                <a:spcPct val="120000"/>
              </a:lnSpc>
            </a:pPr>
            <a:r>
              <a:rPr lang="en-US" sz="2600">
                <a:hlinkClick r:id="rId2"/>
              </a:rPr>
              <a:t>GitHub Guides</a:t>
            </a:r>
            <a:endParaRPr lang="en-US" sz="2600"/>
          </a:p>
          <a:p>
            <a:pPr lvl="1" fontAlgn="ctr">
              <a:lnSpc>
                <a:spcPct val="120000"/>
              </a:lnSpc>
            </a:pPr>
            <a:r>
              <a:rPr lang="en-US" sz="2600">
                <a:hlinkClick r:id="rId3"/>
              </a:rPr>
              <a:t>Try Git tutorial </a:t>
            </a:r>
            <a:endParaRPr lang="en-US" sz="2600"/>
          </a:p>
          <a:p>
            <a:pPr lvl="1" fontAlgn="ctr">
              <a:lnSpc>
                <a:spcPct val="120000"/>
              </a:lnSpc>
            </a:pPr>
            <a:r>
              <a:rPr lang="en-US" sz="2600">
                <a:hlinkClick r:id="rId4"/>
              </a:rPr>
              <a:t>Codecademy</a:t>
            </a:r>
            <a:endParaRPr lang="en-US" sz="2600"/>
          </a:p>
          <a:p>
            <a:pPr lvl="1" fontAlgn="ctr">
              <a:lnSpc>
                <a:spcPct val="120000"/>
              </a:lnSpc>
            </a:pPr>
            <a:r>
              <a:rPr lang="en-US" sz="2600">
                <a:hlinkClick r:id="rId5"/>
              </a:rPr>
              <a:t>MIT missing semester version control chapter</a:t>
            </a:r>
            <a:r>
              <a:rPr lang="en-US" sz="2600"/>
              <a:t> (for deeper insight into what Git does / how it works; scroll down for “Basics”, “Resources”, and other good stuff)</a:t>
            </a:r>
          </a:p>
          <a:p>
            <a:pPr lvl="1" fontAlgn="ctr">
              <a:lnSpc>
                <a:spcPct val="120000"/>
              </a:lnSpc>
            </a:pPr>
            <a:r>
              <a:rPr lang="en-US" sz="2600">
                <a:hlinkClick r:id="rId6"/>
              </a:rPr>
              <a:t>Happy Git and GitHub for the user</a:t>
            </a:r>
            <a:endParaRPr lang="en-US" sz="2600"/>
          </a:p>
          <a:p>
            <a:pPr lvl="1" fontAlgn="ctr">
              <a:lnSpc>
                <a:spcPct val="120000"/>
              </a:lnSpc>
            </a:pPr>
            <a:r>
              <a:rPr lang="en-US" sz="2600"/>
              <a:t>Cody Bellamy’s guide (in our repo at dst_course\LEC\lec01-intro-github-latex)</a:t>
            </a:r>
          </a:p>
          <a:p>
            <a:endParaRPr lang="en-US"/>
          </a:p>
        </p:txBody>
      </p:sp>
      <p:pic>
        <p:nvPicPr>
          <p:cNvPr id="1026" name="Picture 2" descr="xkcd 1597">
            <a:extLst>
              <a:ext uri="{FF2B5EF4-FFF2-40B4-BE49-F238E27FC236}">
                <a16:creationId xmlns:a16="http://schemas.microsoft.com/office/drawing/2014/main" id="{12B228F5-3CD1-DC83-F55A-093652EEF1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4273" y="2426044"/>
            <a:ext cx="2921888" cy="4232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6E9025-0797-321C-ABC1-F5897D644225}"/>
              </a:ext>
            </a:extLst>
          </p:cNvPr>
          <p:cNvSpPr txBox="1"/>
          <p:nvPr/>
        </p:nvSpPr>
        <p:spPr>
          <a:xfrm>
            <a:off x="9882758" y="1979147"/>
            <a:ext cx="19728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sng">
                <a:solidFill>
                  <a:srgbClr val="54008C"/>
                </a:solidFill>
                <a:effectLst/>
                <a:latin typeface="Source Sans Pro" panose="020B0503030403020204" pitchFamily="34" charset="0"/>
                <a:hlinkClick r:id="rId8"/>
              </a:rPr>
              <a:t>XKCD comic</a:t>
            </a:r>
            <a:r>
              <a:rPr lang="en-US" b="0" i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6412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C3809-EC9E-9234-2637-A3C22D2E7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LaTeX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BE3C5-55AA-78E4-4019-853AEA557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u="sng"/>
              <a:t>Our Agenda</a:t>
            </a:r>
          </a:p>
          <a:p>
            <a:r>
              <a:rPr lang="en-US"/>
              <a:t>Quick introduction</a:t>
            </a:r>
          </a:p>
          <a:p>
            <a:r>
              <a:rPr lang="en-US"/>
              <a:t>Overleaf</a:t>
            </a:r>
          </a:p>
          <a:p>
            <a:r>
              <a:rPr lang="en-US"/>
              <a:t>a sample homework template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i="1"/>
              <a:t>Note: </a:t>
            </a:r>
          </a:p>
          <a:p>
            <a:pPr marL="0" indent="0">
              <a:buNone/>
            </a:pPr>
            <a:r>
              <a:rPr lang="en-US" i="1"/>
              <a:t>you are required to use LaTeX on HW 1, </a:t>
            </a:r>
          </a:p>
          <a:p>
            <a:pPr marL="0" indent="0">
              <a:buNone/>
            </a:pPr>
            <a:r>
              <a:rPr lang="en-US" i="1"/>
              <a:t>but after that it is encouraged but optional in this course</a:t>
            </a:r>
          </a:p>
        </p:txBody>
      </p:sp>
    </p:spTree>
    <p:extLst>
      <p:ext uri="{BB962C8B-B14F-4D97-AF65-F5344CB8AC3E}">
        <p14:creationId xmlns:p14="http://schemas.microsoft.com/office/powerpoint/2010/main" val="1811163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57E35-A988-0573-4CBD-83CE09FD3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Quick Intro to LaTeX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741EC-F177-5EE7-1084-EE3A1A573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>
                <a:ea typeface="+mn-lt"/>
                <a:cs typeface="+mn-lt"/>
              </a:rPr>
              <a:t>LaTeX is a tool for type-setting technical, mathematical documents</a:t>
            </a:r>
          </a:p>
          <a:p>
            <a:r>
              <a:rPr lang="en-US">
                <a:ea typeface="+mn-lt"/>
                <a:cs typeface="+mn-lt"/>
              </a:rPr>
              <a:t>Example documents </a:t>
            </a:r>
          </a:p>
          <a:p>
            <a:pPr lvl="1"/>
            <a:r>
              <a:rPr lang="en-US">
                <a:ea typeface="+mn-lt"/>
                <a:cs typeface="+mn-lt"/>
              </a:rPr>
              <a:t>multi problem set; calc I activities: hyperbolic, assorted review; CML exam</a:t>
            </a:r>
          </a:p>
          <a:p>
            <a:r>
              <a:rPr lang="en-US">
                <a:ea typeface="+mn-lt"/>
                <a:cs typeface="+mn-lt"/>
              </a:rPr>
              <a:t>References</a:t>
            </a:r>
          </a:p>
          <a:p>
            <a:pPr lvl="1"/>
            <a:r>
              <a:rPr lang="en-US">
                <a:ea typeface="+mn-lt"/>
                <a:cs typeface="+mn-lt"/>
              </a:rPr>
              <a:t>Books!</a:t>
            </a:r>
          </a:p>
          <a:p>
            <a:pPr lvl="1"/>
            <a:r>
              <a:rPr lang="en-US">
                <a:ea typeface="+mn-lt"/>
                <a:cs typeface="+mn-lt"/>
                <a:hlinkClick r:id="rId2"/>
              </a:rPr>
              <a:t>Trefor Bazett ’s YouTube LaTeX tutorials</a:t>
            </a:r>
            <a:endParaRPr lang="en-US">
              <a:ea typeface="+mn-lt"/>
              <a:cs typeface="+mn-lt"/>
            </a:endParaRPr>
          </a:p>
          <a:p>
            <a:pPr lvl="1"/>
            <a:r>
              <a:rPr lang="en-US">
                <a:ea typeface="+mn-lt"/>
                <a:cs typeface="+mn-lt"/>
              </a:rPr>
              <a:t>Overleaf – see next slide</a:t>
            </a:r>
          </a:p>
          <a:p>
            <a:pPr lvl="1"/>
            <a:r>
              <a:rPr lang="en-US">
                <a:hlinkClick r:id="rId3"/>
              </a:rPr>
              <a:t>Communicating Mathematics Through Homework | Mathematics | Harvey Mudd College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3851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ED943-C784-7533-A7E9-9D2DBDFC3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n-lt"/>
                <a:cs typeface="+mn-lt"/>
              </a:rPr>
              <a:t>Overleaf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3F236-F757-063C-9419-DE49F0129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>
                <a:ea typeface="+mn-lt"/>
                <a:cs typeface="+mn-lt"/>
              </a:rPr>
              <a:t> Free online LaTeX editor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we’ll check out multi HW in Overleaf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let’s do a hello-world.tex and showcase the Overleaf’s </a:t>
            </a:r>
            <a:r>
              <a:rPr lang="en-US" b="1"/>
              <a:t>visual editor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Loads of help documentation, templates, etc., e.g.</a:t>
            </a:r>
          </a:p>
          <a:p>
            <a:pPr lvl="2">
              <a:buFont typeface="Courier New" panose="020B0604020202020204" pitchFamily="34" charset="0"/>
              <a:buChar char="o"/>
            </a:pPr>
            <a:r>
              <a:rPr lang="en-US">
                <a:hlinkClick r:id="rId2"/>
              </a:rPr>
              <a:t>Learn LaTeX - Overleaf, Online LaTeX Editor</a:t>
            </a:r>
            <a:endParaRPr lang="en-US">
              <a:ea typeface="+mn-lt"/>
              <a:cs typeface="+mn-lt"/>
            </a:endParaRPr>
          </a:p>
          <a:p>
            <a:pPr lvl="2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  <a:hlinkClick r:id="rId3"/>
              </a:rPr>
              <a:t>https://www.overleaf.com/about/why-latex</a:t>
            </a:r>
            <a:endParaRPr lang="en-US">
              <a:ea typeface="+mn-lt"/>
              <a:cs typeface="+mn-lt"/>
            </a:endParaRPr>
          </a:p>
          <a:p>
            <a:pPr lvl="2">
              <a:buFont typeface="Courier New" panose="020B0604020202020204" pitchFamily="34" charset="0"/>
              <a:buChar char="o"/>
            </a:pPr>
            <a:r>
              <a:rPr lang="en-US">
                <a:hlinkClick r:id="rId4"/>
              </a:rPr>
              <a:t>Templates - Journals, CVs, Presentations, Reports and More</a:t>
            </a:r>
            <a:endParaRPr lang="en-US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endParaRPr lang="en-US"/>
          </a:p>
          <a:p>
            <a:r>
              <a:rPr lang="en-US"/>
              <a:t>Many alternatives to Overleaf exist – I use </a:t>
            </a:r>
            <a:r>
              <a:rPr lang="en-US" b="1"/>
              <a:t>TeXstudio</a:t>
            </a:r>
            <a:r>
              <a:rPr lang="en-US"/>
              <a:t>, a Windows desktop application</a:t>
            </a:r>
            <a:br>
              <a:rPr lang="en-US"/>
            </a:b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2510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409D3-1672-5955-1F14-2FF4FB0D9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LaTeX on HW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7DB5C-2F14-3A47-355E-1AF13CA9F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HW 1 asks you to compile all of your answers in one LaTeX (.tex) document.</a:t>
            </a:r>
          </a:p>
          <a:p>
            <a:r>
              <a:rPr lang="en-US"/>
              <a:t>Turn in a printed copy (the pdf) and upload the .tex file to Canvas.</a:t>
            </a:r>
          </a:p>
          <a:p>
            <a:r>
              <a:rPr lang="en-US"/>
              <a:t>Feel free to use an existing homework or problem set template from Overleaf.</a:t>
            </a:r>
          </a:p>
          <a:p>
            <a:r>
              <a:rPr lang="en-US"/>
              <a:t>I will share the snippet with the checkboxes in the course repo, you can paste this into your LaTeX file.</a:t>
            </a:r>
          </a:p>
          <a:p>
            <a:r>
              <a:rPr lang="en-US"/>
              <a:t>Hint: to include the images, use the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graphicx</a:t>
            </a:r>
            <a:r>
              <a:rPr lang="en-US"/>
              <a:t> LaTeX package (include with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\usepackage{graphicx}</a:t>
            </a:r>
            <a:r>
              <a:rPr lang="en-US"/>
              <a:t>).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0375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F93194E-4046-B74C-1EF7-6F3F4CF77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3C15-2C4E-B8F8-2B2C-0F4990BE5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 conflict looks like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F821F-A6F3-2F32-8646-D10D9AD2D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36457" cy="410465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recipes = {</a:t>
            </a:r>
          </a:p>
          <a:p>
            <a:pPr marL="0" indent="0"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&lt;&lt;&lt;&lt;&lt;&lt;&lt; HEAD</a:t>
            </a:r>
          </a:p>
          <a:p>
            <a:pPr marL="0" indent="0"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    "apple_pie": ["apples", "sugar", "butter"],</a:t>
            </a:r>
          </a:p>
          <a:p>
            <a:pPr marL="0" indent="0"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    "brownies": ["chocolate", "sugar", "butter"],</a:t>
            </a:r>
          </a:p>
          <a:p>
            <a:pPr marL="0" indent="0"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    "pancakes": ["flour", "milk", "egg"]</a:t>
            </a:r>
          </a:p>
          <a:p>
            <a:pPr marL="0" indent="0"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=======</a:t>
            </a:r>
          </a:p>
          <a:p>
            <a:pPr marL="0" indent="0"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    "pancakes": ["flour", "milk", "egg"],</a:t>
            </a:r>
          </a:p>
          <a:p>
            <a:pPr marL="0" indent="0"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    "apple_pie": ["apples", "sugar", "butter"],</a:t>
            </a:r>
          </a:p>
          <a:p>
            <a:pPr marL="0" indent="0"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    "brownies": ["chocolate", "sugar", "butter"]</a:t>
            </a:r>
          </a:p>
          <a:p>
            <a:pPr marL="0" indent="0"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&gt;&gt;&gt;&gt;&gt;&gt;&gt; main</a:t>
            </a:r>
          </a:p>
          <a:p>
            <a:pPr marL="0" indent="0"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9F52F9-0CDF-7C36-6921-F717F9A37514}"/>
              </a:ext>
            </a:extLst>
          </p:cNvPr>
          <p:cNvSpPr txBox="1"/>
          <p:nvPr/>
        </p:nvSpPr>
        <p:spPr>
          <a:xfrm>
            <a:off x="769907" y="1388825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recipes.py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8138C8-7064-EB0C-4CAD-9B1E884F3027}"/>
              </a:ext>
            </a:extLst>
          </p:cNvPr>
          <p:cNvSpPr txBox="1"/>
          <p:nvPr/>
        </p:nvSpPr>
        <p:spPr>
          <a:xfrm>
            <a:off x="9056396" y="2533486"/>
            <a:ext cx="160677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your local version (alphabetized)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the remote version (what’s on the repo online)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12A2CD82-4B47-B069-91E6-B0251A9D4E79}"/>
              </a:ext>
            </a:extLst>
          </p:cNvPr>
          <p:cNvSpPr/>
          <p:nvPr/>
        </p:nvSpPr>
        <p:spPr>
          <a:xfrm>
            <a:off x="8700117" y="2533486"/>
            <a:ext cx="230819" cy="100870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72FA2181-5681-5F46-70F1-27BB72B099FB}"/>
              </a:ext>
            </a:extLst>
          </p:cNvPr>
          <p:cNvSpPr/>
          <p:nvPr/>
        </p:nvSpPr>
        <p:spPr>
          <a:xfrm>
            <a:off x="8717872" y="4115191"/>
            <a:ext cx="230819" cy="100870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2DD1BF-48F3-C117-6D1E-134E88937434}"/>
              </a:ext>
            </a:extLst>
          </p:cNvPr>
          <p:cNvSpPr txBox="1"/>
          <p:nvPr/>
        </p:nvSpPr>
        <p:spPr>
          <a:xfrm>
            <a:off x="9410330" y="1027905"/>
            <a:ext cx="17076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 conflicts are between the &lt;&lt;&lt; and &gt;&gt;&gt;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62817F-CAEB-AC8E-6A68-4CABF54EB16C}"/>
              </a:ext>
            </a:extLst>
          </p:cNvPr>
          <p:cNvSpPr txBox="1"/>
          <p:nvPr/>
        </p:nvSpPr>
        <p:spPr>
          <a:xfrm>
            <a:off x="241176" y="6065220"/>
            <a:ext cx="94621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You and your collaborators decide how to resolve this (possibly using GitHub </a:t>
            </a:r>
            <a:r>
              <a:rPr lang="en-US" b="1"/>
              <a:t>Issues</a:t>
            </a:r>
            <a:r>
              <a:rPr lang="en-US"/>
              <a:t>) and edit this to one single file that you commit and push.</a:t>
            </a:r>
          </a:p>
        </p:txBody>
      </p:sp>
    </p:spTree>
    <p:extLst>
      <p:ext uri="{BB962C8B-B14F-4D97-AF65-F5344CB8AC3E}">
        <p14:creationId xmlns:p14="http://schemas.microsoft.com/office/powerpoint/2010/main" val="3851084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1602</TotalTime>
  <Words>1917</Words>
  <Application>Microsoft Office PowerPoint</Application>
  <PresentationFormat>Widescreen</PresentationFormat>
  <Paragraphs>214</Paragraphs>
  <Slides>23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Aptos</vt:lpstr>
      <vt:lpstr>Aptos Display</vt:lpstr>
      <vt:lpstr>Arial</vt:lpstr>
      <vt:lpstr>Consolas</vt:lpstr>
      <vt:lpstr>Courier New</vt:lpstr>
      <vt:lpstr>Google Sans</vt:lpstr>
      <vt:lpstr>Source Sans Pro</vt:lpstr>
      <vt:lpstr>Times New Roman</vt:lpstr>
      <vt:lpstr>Office Theme</vt:lpstr>
      <vt:lpstr>Introduction  to Data Science Techniques   (MAT 339)</vt:lpstr>
      <vt:lpstr>Plan for Today</vt:lpstr>
      <vt:lpstr>1. Course Overview</vt:lpstr>
      <vt:lpstr>1c. Preview of course topics</vt:lpstr>
      <vt:lpstr>GitHub – a very short introduction</vt:lpstr>
      <vt:lpstr>GitHub</vt:lpstr>
      <vt:lpstr>How Git is Organized</vt:lpstr>
      <vt:lpstr>PowerPoint Presentation</vt:lpstr>
      <vt:lpstr>PowerPoint Presentation</vt:lpstr>
      <vt:lpstr>Cloning a Repo – in pictures</vt:lpstr>
      <vt:lpstr>Collaborating on Files</vt:lpstr>
      <vt:lpstr>What a conflict looks like</vt:lpstr>
      <vt:lpstr>Conflicted file (cont)</vt:lpstr>
      <vt:lpstr>Merging</vt:lpstr>
      <vt:lpstr>GitHub questions on the homework</vt:lpstr>
      <vt:lpstr>Creating Your Own GitHub Repo</vt:lpstr>
      <vt:lpstr>Git Branches and Merges</vt:lpstr>
      <vt:lpstr>There is much, much more to GitHub</vt:lpstr>
      <vt:lpstr>LaTeX</vt:lpstr>
      <vt:lpstr>Quick Intro to LaTeX</vt:lpstr>
      <vt:lpstr>Overleaf</vt:lpstr>
      <vt:lpstr>LaTeX on HW 1</vt:lpstr>
      <vt:lpstr>What a conflict looks like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Frommer, Ian Dr. (EDU)</dc:creator>
  <cp:lastModifiedBy>Frommer, Ian Dr. (EDU)</cp:lastModifiedBy>
  <cp:revision>1</cp:revision>
  <dcterms:created xsi:type="dcterms:W3CDTF">2026-01-11T16:20:43Z</dcterms:created>
  <dcterms:modified xsi:type="dcterms:W3CDTF">2026-01-14T19:47:49Z</dcterms:modified>
</cp:coreProperties>
</file>