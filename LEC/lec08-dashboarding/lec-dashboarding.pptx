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2" r:id="rId4"/>
    <p:sldId id="264" r:id="rId5"/>
    <p:sldId id="258" r:id="rId6"/>
    <p:sldId id="266" r:id="rId7"/>
    <p:sldId id="257" r:id="rId8"/>
    <p:sldId id="265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CAC5AA-0FB9-44F5-BB49-109BCEAB7294}" v="126" dt="2026-04-15T16:35:21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custSel addSld delSld modSld sldOrd">
      <pc:chgData name="Frommer, Ian Dr. (EDU)" userId="28ca3ff0-544f-450a-928b-99e19cf49b89" providerId="ADAL" clId="{FDDA6EB0-4FD6-4516-ACA5-A4CAC6441DA7}" dt="2026-04-15T16:55:10.868" v="2606" actId="14100"/>
      <pc:docMkLst>
        <pc:docMk/>
      </pc:docMkLst>
      <pc:sldChg chg="addSp delSp modSp new mod">
        <pc:chgData name="Frommer, Ian Dr. (EDU)" userId="28ca3ff0-544f-450a-928b-99e19cf49b89" providerId="ADAL" clId="{FDDA6EB0-4FD6-4516-ACA5-A4CAC6441DA7}" dt="2026-04-15T13:44:06.737" v="819" actId="1076"/>
        <pc:sldMkLst>
          <pc:docMk/>
          <pc:sldMk cId="2479135046" sldId="256"/>
        </pc:sldMkLst>
        <pc:spChg chg="mod">
          <ac:chgData name="Frommer, Ian Dr. (EDU)" userId="28ca3ff0-544f-450a-928b-99e19cf49b89" providerId="ADAL" clId="{FDDA6EB0-4FD6-4516-ACA5-A4CAC6441DA7}" dt="2026-04-15T13:44:06.737" v="819" actId="1076"/>
          <ac:spMkLst>
            <pc:docMk/>
            <pc:sldMk cId="2479135046" sldId="256"/>
            <ac:spMk id="2" creationId="{3E53B6C9-C637-A1A1-752A-790DF4A7AAA6}"/>
          </ac:spMkLst>
        </pc:spChg>
        <pc:spChg chg="del mod">
          <ac:chgData name="Frommer, Ian Dr. (EDU)" userId="28ca3ff0-544f-450a-928b-99e19cf49b89" providerId="ADAL" clId="{FDDA6EB0-4FD6-4516-ACA5-A4CAC6441DA7}" dt="2026-04-15T12:57:02.767" v="710" actId="478"/>
          <ac:spMkLst>
            <pc:docMk/>
            <pc:sldMk cId="2479135046" sldId="256"/>
            <ac:spMk id="3" creationId="{DA30B960-4E2D-43EE-ADA3-ED4AE2DB8F6F}"/>
          </ac:spMkLst>
        </pc:spChg>
        <pc:picChg chg="add mod">
          <ac:chgData name="Frommer, Ian Dr. (EDU)" userId="28ca3ff0-544f-450a-928b-99e19cf49b89" providerId="ADAL" clId="{FDDA6EB0-4FD6-4516-ACA5-A4CAC6441DA7}" dt="2026-04-15T13:24:03.818" v="781" actId="14100"/>
          <ac:picMkLst>
            <pc:docMk/>
            <pc:sldMk cId="2479135046" sldId="256"/>
            <ac:picMk id="4" creationId="{CF55DDB7-1366-8D33-71BC-28C7B65322EF}"/>
          </ac:picMkLst>
        </pc:picChg>
        <pc:picChg chg="add del mod">
          <ac:chgData name="Frommer, Ian Dr. (EDU)" userId="28ca3ff0-544f-450a-928b-99e19cf49b89" providerId="ADAL" clId="{FDDA6EB0-4FD6-4516-ACA5-A4CAC6441DA7}" dt="2026-04-15T12:56:07.904" v="697" actId="478"/>
          <ac:picMkLst>
            <pc:docMk/>
            <pc:sldMk cId="2479135046" sldId="256"/>
            <ac:picMk id="6" creationId="{2EF263DD-5B79-5D7B-98C0-036648C3DEDC}"/>
          </ac:picMkLst>
        </pc:picChg>
        <pc:picChg chg="add mod">
          <ac:chgData name="Frommer, Ian Dr. (EDU)" userId="28ca3ff0-544f-450a-928b-99e19cf49b89" providerId="ADAL" clId="{FDDA6EB0-4FD6-4516-ACA5-A4CAC6441DA7}" dt="2026-04-15T13:24:00.549" v="780" actId="1076"/>
          <ac:picMkLst>
            <pc:docMk/>
            <pc:sldMk cId="2479135046" sldId="256"/>
            <ac:picMk id="8" creationId="{6F0C2ACC-9CB7-3683-0255-69A8BB781B39}"/>
          </ac:picMkLst>
        </pc:picChg>
        <pc:picChg chg="add mod">
          <ac:chgData name="Frommer, Ian Dr. (EDU)" userId="28ca3ff0-544f-450a-928b-99e19cf49b89" providerId="ADAL" clId="{FDDA6EB0-4FD6-4516-ACA5-A4CAC6441DA7}" dt="2026-04-15T12:56:43.993" v="703" actId="1076"/>
          <ac:picMkLst>
            <pc:docMk/>
            <pc:sldMk cId="2479135046" sldId="256"/>
            <ac:picMk id="10" creationId="{439D093C-0337-9467-ED8A-3E9C642F7C9A}"/>
          </ac:picMkLst>
        </pc:picChg>
        <pc:picChg chg="add mod">
          <ac:chgData name="Frommer, Ian Dr. (EDU)" userId="28ca3ff0-544f-450a-928b-99e19cf49b89" providerId="ADAL" clId="{FDDA6EB0-4FD6-4516-ACA5-A4CAC6441DA7}" dt="2026-04-15T12:57:49.613" v="717" actId="1076"/>
          <ac:picMkLst>
            <pc:docMk/>
            <pc:sldMk cId="2479135046" sldId="256"/>
            <ac:picMk id="12" creationId="{4A65ECE9-9EBE-5B4A-F815-D8A190160AC1}"/>
          </ac:picMkLst>
        </pc:picChg>
      </pc:sldChg>
      <pc:sldChg chg="modSp new mod ord">
        <pc:chgData name="Frommer, Ian Dr. (EDU)" userId="28ca3ff0-544f-450a-928b-99e19cf49b89" providerId="ADAL" clId="{FDDA6EB0-4FD6-4516-ACA5-A4CAC6441DA7}" dt="2026-04-15T16:55:10.868" v="2606" actId="14100"/>
        <pc:sldMkLst>
          <pc:docMk/>
          <pc:sldMk cId="3784444226" sldId="257"/>
        </pc:sldMkLst>
        <pc:spChg chg="mod">
          <ac:chgData name="Frommer, Ian Dr. (EDU)" userId="28ca3ff0-544f-450a-928b-99e19cf49b89" providerId="ADAL" clId="{FDDA6EB0-4FD6-4516-ACA5-A4CAC6441DA7}" dt="2026-04-15T15:30:10.599" v="1473" actId="20577"/>
          <ac:spMkLst>
            <pc:docMk/>
            <pc:sldMk cId="3784444226" sldId="257"/>
            <ac:spMk id="2" creationId="{54A7EC98-3319-3296-975F-4A941B5CF7D8}"/>
          </ac:spMkLst>
        </pc:spChg>
        <pc:spChg chg="mod">
          <ac:chgData name="Frommer, Ian Dr. (EDU)" userId="28ca3ff0-544f-450a-928b-99e19cf49b89" providerId="ADAL" clId="{FDDA6EB0-4FD6-4516-ACA5-A4CAC6441DA7}" dt="2026-04-15T16:55:10.868" v="2606" actId="14100"/>
          <ac:spMkLst>
            <pc:docMk/>
            <pc:sldMk cId="3784444226" sldId="257"/>
            <ac:spMk id="3" creationId="{F80DE9AA-B2D4-7917-0AF9-CDF4B7AE981D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4-15T16:33:36.922" v="2582"/>
        <pc:sldMkLst>
          <pc:docMk/>
          <pc:sldMk cId="3553903403" sldId="258"/>
        </pc:sldMkLst>
        <pc:spChg chg="mod">
          <ac:chgData name="Frommer, Ian Dr. (EDU)" userId="28ca3ff0-544f-450a-928b-99e19cf49b89" providerId="ADAL" clId="{FDDA6EB0-4FD6-4516-ACA5-A4CAC6441DA7}" dt="2026-04-12T14:31:07.854" v="26" actId="20577"/>
          <ac:spMkLst>
            <pc:docMk/>
            <pc:sldMk cId="3553903403" sldId="258"/>
            <ac:spMk id="2" creationId="{4AB77D2C-050D-8FEA-9AFA-293F7E8774CB}"/>
          </ac:spMkLst>
        </pc:spChg>
        <pc:spChg chg="mod">
          <ac:chgData name="Frommer, Ian Dr. (EDU)" userId="28ca3ff0-544f-450a-928b-99e19cf49b89" providerId="ADAL" clId="{FDDA6EB0-4FD6-4516-ACA5-A4CAC6441DA7}" dt="2026-04-15T16:28:44.875" v="2575" actId="207"/>
          <ac:spMkLst>
            <pc:docMk/>
            <pc:sldMk cId="3553903403" sldId="258"/>
            <ac:spMk id="3" creationId="{DF964F3C-D0D4-C458-A3C8-902134CBA846}"/>
          </ac:spMkLst>
        </pc:spChg>
        <pc:picChg chg="add mod">
          <ac:chgData name="Frommer, Ian Dr. (EDU)" userId="28ca3ff0-544f-450a-928b-99e19cf49b89" providerId="ADAL" clId="{FDDA6EB0-4FD6-4516-ACA5-A4CAC6441DA7}" dt="2026-04-15T16:27:34.721" v="2546" actId="1076"/>
          <ac:picMkLst>
            <pc:docMk/>
            <pc:sldMk cId="3553903403" sldId="258"/>
            <ac:picMk id="4" creationId="{D08D3753-50A4-7D52-3E1C-789F71EB48FD}"/>
          </ac:picMkLst>
        </pc:picChg>
      </pc:sldChg>
      <pc:sldChg chg="modSp new del mod ord">
        <pc:chgData name="Frommer, Ian Dr. (EDU)" userId="28ca3ff0-544f-450a-928b-99e19cf49b89" providerId="ADAL" clId="{FDDA6EB0-4FD6-4516-ACA5-A4CAC6441DA7}" dt="2026-04-15T13:46:20.269" v="892" actId="47"/>
        <pc:sldMkLst>
          <pc:docMk/>
          <pc:sldMk cId="740720046" sldId="259"/>
        </pc:sldMkLst>
        <pc:spChg chg="mod">
          <ac:chgData name="Frommer, Ian Dr. (EDU)" userId="28ca3ff0-544f-450a-928b-99e19cf49b89" providerId="ADAL" clId="{FDDA6EB0-4FD6-4516-ACA5-A4CAC6441DA7}" dt="2026-04-15T13:46:06.285" v="886" actId="21"/>
          <ac:spMkLst>
            <pc:docMk/>
            <pc:sldMk cId="740720046" sldId="259"/>
            <ac:spMk id="3" creationId="{7505FFAA-72A2-07BB-1DB1-BDD60A829A02}"/>
          </ac:spMkLst>
        </pc:spChg>
      </pc:sldChg>
      <pc:sldChg chg="modSp new del mod">
        <pc:chgData name="Frommer, Ian Dr. (EDU)" userId="28ca3ff0-544f-450a-928b-99e19cf49b89" providerId="ADAL" clId="{FDDA6EB0-4FD6-4516-ACA5-A4CAC6441DA7}" dt="2026-04-15T13:46:36.422" v="897" actId="47"/>
        <pc:sldMkLst>
          <pc:docMk/>
          <pc:sldMk cId="1625174045" sldId="260"/>
        </pc:sldMkLst>
        <pc:spChg chg="mod">
          <ac:chgData name="Frommer, Ian Dr. (EDU)" userId="28ca3ff0-544f-450a-928b-99e19cf49b89" providerId="ADAL" clId="{FDDA6EB0-4FD6-4516-ACA5-A4CAC6441DA7}" dt="2026-04-15T13:46:29.329" v="893" actId="21"/>
          <ac:spMkLst>
            <pc:docMk/>
            <pc:sldMk cId="1625174045" sldId="260"/>
            <ac:spMk id="3" creationId="{4F1D20CF-53F3-978E-FFBC-4A1BD73524DF}"/>
          </ac:spMkLst>
        </pc:spChg>
      </pc:sldChg>
      <pc:sldChg chg="modSp new del mod">
        <pc:chgData name="Frommer, Ian Dr. (EDU)" userId="28ca3ff0-544f-450a-928b-99e19cf49b89" providerId="ADAL" clId="{FDDA6EB0-4FD6-4516-ACA5-A4CAC6441DA7}" dt="2026-04-15T16:26:13.313" v="2457" actId="47"/>
        <pc:sldMkLst>
          <pc:docMk/>
          <pc:sldMk cId="2650311282" sldId="261"/>
        </pc:sldMkLst>
        <pc:spChg chg="mod">
          <ac:chgData name="Frommer, Ian Dr. (EDU)" userId="28ca3ff0-544f-450a-928b-99e19cf49b89" providerId="ADAL" clId="{FDDA6EB0-4FD6-4516-ACA5-A4CAC6441DA7}" dt="2026-04-15T14:02:21.020" v="898"/>
          <ac:spMkLst>
            <pc:docMk/>
            <pc:sldMk cId="2650311282" sldId="261"/>
            <ac:spMk id="2" creationId="{CC7D4F22-8710-FA2F-811C-E54E8A9A6931}"/>
          </ac:spMkLst>
        </pc:spChg>
        <pc:spChg chg="mod">
          <ac:chgData name="Frommer, Ian Dr. (EDU)" userId="28ca3ff0-544f-450a-928b-99e19cf49b89" providerId="ADAL" clId="{FDDA6EB0-4FD6-4516-ACA5-A4CAC6441DA7}" dt="2026-04-15T16:26:08.973" v="2454" actId="21"/>
          <ac:spMkLst>
            <pc:docMk/>
            <pc:sldMk cId="2650311282" sldId="261"/>
            <ac:spMk id="3" creationId="{1CD5313E-E048-75CD-9C9B-571BD98E4888}"/>
          </ac:spMkLst>
        </pc:spChg>
      </pc:sldChg>
      <pc:sldChg chg="addSp modSp new mod modNotesTx">
        <pc:chgData name="Frommer, Ian Dr. (EDU)" userId="28ca3ff0-544f-450a-928b-99e19cf49b89" providerId="ADAL" clId="{FDDA6EB0-4FD6-4516-ACA5-A4CAC6441DA7}" dt="2026-04-15T14:15:22.575" v="1347" actId="27636"/>
        <pc:sldMkLst>
          <pc:docMk/>
          <pc:sldMk cId="896320633" sldId="262"/>
        </pc:sldMkLst>
        <pc:spChg chg="mod">
          <ac:chgData name="Frommer, Ian Dr. (EDU)" userId="28ca3ff0-544f-450a-928b-99e19cf49b89" providerId="ADAL" clId="{FDDA6EB0-4FD6-4516-ACA5-A4CAC6441DA7}" dt="2026-04-15T14:15:22.575" v="1347" actId="27636"/>
          <ac:spMkLst>
            <pc:docMk/>
            <pc:sldMk cId="896320633" sldId="262"/>
            <ac:spMk id="3" creationId="{27E77A9D-5F0E-821A-F34C-83537477A6EA}"/>
          </ac:spMkLst>
        </pc:spChg>
        <pc:picChg chg="add mod">
          <ac:chgData name="Frommer, Ian Dr. (EDU)" userId="28ca3ff0-544f-450a-928b-99e19cf49b89" providerId="ADAL" clId="{FDDA6EB0-4FD6-4516-ACA5-A4CAC6441DA7}" dt="2026-04-15T13:44:32.673" v="823" actId="1076"/>
          <ac:picMkLst>
            <pc:docMk/>
            <pc:sldMk cId="896320633" sldId="262"/>
            <ac:picMk id="5" creationId="{8EF1DE67-C4A3-73EE-447A-51B9E5E584E0}"/>
          </ac:picMkLst>
        </pc:picChg>
        <pc:picChg chg="add mod">
          <ac:chgData name="Frommer, Ian Dr. (EDU)" userId="28ca3ff0-544f-450a-928b-99e19cf49b89" providerId="ADAL" clId="{FDDA6EB0-4FD6-4516-ACA5-A4CAC6441DA7}" dt="2026-04-15T13:44:25.992" v="821" actId="1076"/>
          <ac:picMkLst>
            <pc:docMk/>
            <pc:sldMk cId="896320633" sldId="262"/>
            <ac:picMk id="2050" creationId="{74691C31-5788-B112-5630-CB94117FEDDF}"/>
          </ac:picMkLst>
        </pc:picChg>
        <pc:picChg chg="add mod">
          <ac:chgData name="Frommer, Ian Dr. (EDU)" userId="28ca3ff0-544f-450a-928b-99e19cf49b89" providerId="ADAL" clId="{FDDA6EB0-4FD6-4516-ACA5-A4CAC6441DA7}" dt="2026-04-15T13:44:38.648" v="824" actId="1076"/>
          <ac:picMkLst>
            <pc:docMk/>
            <pc:sldMk cId="896320633" sldId="262"/>
            <ac:picMk id="2052" creationId="{88F81F84-7D29-DFCB-47A5-41A49420C3EC}"/>
          </ac:picMkLst>
        </pc:picChg>
      </pc:sldChg>
      <pc:sldChg chg="addSp modSp new mod ord modAnim">
        <pc:chgData name="Frommer, Ian Dr. (EDU)" userId="28ca3ff0-544f-450a-928b-99e19cf49b89" providerId="ADAL" clId="{FDDA6EB0-4FD6-4516-ACA5-A4CAC6441DA7}" dt="2026-04-15T16:32:55.403" v="2580"/>
        <pc:sldMkLst>
          <pc:docMk/>
          <pc:sldMk cId="1606455258" sldId="263"/>
        </pc:sldMkLst>
        <pc:spChg chg="mod">
          <ac:chgData name="Frommer, Ian Dr. (EDU)" userId="28ca3ff0-544f-450a-928b-99e19cf49b89" providerId="ADAL" clId="{FDDA6EB0-4FD6-4516-ACA5-A4CAC6441DA7}" dt="2026-04-15T13:24:28.653" v="787" actId="20577"/>
          <ac:spMkLst>
            <pc:docMk/>
            <pc:sldMk cId="1606455258" sldId="263"/>
            <ac:spMk id="2" creationId="{2E296C8F-BC43-5723-6B15-D1660F4D6E5B}"/>
          </ac:spMkLst>
        </pc:spChg>
        <pc:spChg chg="mod">
          <ac:chgData name="Frommer, Ian Dr. (EDU)" userId="28ca3ff0-544f-450a-928b-99e19cf49b89" providerId="ADAL" clId="{FDDA6EB0-4FD6-4516-ACA5-A4CAC6441DA7}" dt="2026-04-15T13:22:59.661" v="770" actId="113"/>
          <ac:spMkLst>
            <pc:docMk/>
            <pc:sldMk cId="1606455258" sldId="263"/>
            <ac:spMk id="3" creationId="{8DFA0F45-61AD-541A-4DE0-93DF684743B7}"/>
          </ac:spMkLst>
        </pc:spChg>
        <pc:picChg chg="add mod">
          <ac:chgData name="Frommer, Ian Dr. (EDU)" userId="28ca3ff0-544f-450a-928b-99e19cf49b89" providerId="ADAL" clId="{FDDA6EB0-4FD6-4516-ACA5-A4CAC6441DA7}" dt="2026-04-15T13:24:25.252" v="786" actId="1076"/>
          <ac:picMkLst>
            <pc:docMk/>
            <pc:sldMk cId="1606455258" sldId="263"/>
            <ac:picMk id="4" creationId="{B5664ABB-8ABE-F4E9-84C1-4B48B0C63089}"/>
          </ac:picMkLst>
        </pc:picChg>
        <pc:picChg chg="add mod">
          <ac:chgData name="Frommer, Ian Dr. (EDU)" userId="28ca3ff0-544f-450a-928b-99e19cf49b89" providerId="ADAL" clId="{FDDA6EB0-4FD6-4516-ACA5-A4CAC6441DA7}" dt="2026-04-15T13:24:23.268" v="785" actId="1076"/>
          <ac:picMkLst>
            <pc:docMk/>
            <pc:sldMk cId="1606455258" sldId="263"/>
            <ac:picMk id="5" creationId="{F15DB00B-42A0-0929-4F3E-D839F002377B}"/>
          </ac:picMkLst>
        </pc:picChg>
        <pc:picChg chg="add mod">
          <ac:chgData name="Frommer, Ian Dr. (EDU)" userId="28ca3ff0-544f-450a-928b-99e19cf49b89" providerId="ADAL" clId="{FDDA6EB0-4FD6-4516-ACA5-A4CAC6441DA7}" dt="2026-04-15T13:23:50.636" v="778" actId="1076"/>
          <ac:picMkLst>
            <pc:docMk/>
            <pc:sldMk cId="1606455258" sldId="263"/>
            <ac:picMk id="6" creationId="{B68EBAAC-82EC-8221-69FC-D8AD9E9B94A7}"/>
          </ac:picMkLst>
        </pc:picChg>
      </pc:sldChg>
      <pc:sldChg chg="addSp delSp modSp new mod">
        <pc:chgData name="Frommer, Ian Dr. (EDU)" userId="28ca3ff0-544f-450a-928b-99e19cf49b89" providerId="ADAL" clId="{FDDA6EB0-4FD6-4516-ACA5-A4CAC6441DA7}" dt="2026-04-15T14:15:49.594" v="1350" actId="14100"/>
        <pc:sldMkLst>
          <pc:docMk/>
          <pc:sldMk cId="594354291" sldId="264"/>
        </pc:sldMkLst>
        <pc:spChg chg="mod">
          <ac:chgData name="Frommer, Ian Dr. (EDU)" userId="28ca3ff0-544f-450a-928b-99e19cf49b89" providerId="ADAL" clId="{FDDA6EB0-4FD6-4516-ACA5-A4CAC6441DA7}" dt="2026-04-15T13:45:56.089" v="885" actId="20577"/>
          <ac:spMkLst>
            <pc:docMk/>
            <pc:sldMk cId="594354291" sldId="264"/>
            <ac:spMk id="2" creationId="{EBFA2F74-9E3D-847C-15EE-3F52AE162B2B}"/>
          </ac:spMkLst>
        </pc:spChg>
        <pc:spChg chg="del">
          <ac:chgData name="Frommer, Ian Dr. (EDU)" userId="28ca3ff0-544f-450a-928b-99e19cf49b89" providerId="ADAL" clId="{FDDA6EB0-4FD6-4516-ACA5-A4CAC6441DA7}" dt="2026-04-14T22:45:13.984" v="594"/>
          <ac:spMkLst>
            <pc:docMk/>
            <pc:sldMk cId="594354291" sldId="264"/>
            <ac:spMk id="3" creationId="{CFA7D8E4-1BE9-4FFA-D5D6-8E66650AC6A5}"/>
          </ac:spMkLst>
        </pc:spChg>
        <pc:spChg chg="add mod">
          <ac:chgData name="Frommer, Ian Dr. (EDU)" userId="28ca3ff0-544f-450a-928b-99e19cf49b89" providerId="ADAL" clId="{FDDA6EB0-4FD6-4516-ACA5-A4CAC6441DA7}" dt="2026-04-15T14:12:52.563" v="1325" actId="113"/>
          <ac:spMkLst>
            <pc:docMk/>
            <pc:sldMk cId="594354291" sldId="264"/>
            <ac:spMk id="4" creationId="{EDDE4DD4-CEE8-7716-7F92-1E3EFA583B5C}"/>
          </ac:spMkLst>
        </pc:spChg>
        <pc:spChg chg="add del">
          <ac:chgData name="Frommer, Ian Dr. (EDU)" userId="28ca3ff0-544f-450a-928b-99e19cf49b89" providerId="ADAL" clId="{FDDA6EB0-4FD6-4516-ACA5-A4CAC6441DA7}" dt="2026-04-15T14:11:48.502" v="1287" actId="22"/>
          <ac:spMkLst>
            <pc:docMk/>
            <pc:sldMk cId="594354291" sldId="264"/>
            <ac:spMk id="8" creationId="{DD8B1E36-B51E-A53E-29B0-67E5A2108B1A}"/>
          </ac:spMkLst>
        </pc:spChg>
        <pc:spChg chg="add del">
          <ac:chgData name="Frommer, Ian Dr. (EDU)" userId="28ca3ff0-544f-450a-928b-99e19cf49b89" providerId="ADAL" clId="{FDDA6EB0-4FD6-4516-ACA5-A4CAC6441DA7}" dt="2026-04-15T14:11:53.747" v="1289" actId="22"/>
          <ac:spMkLst>
            <pc:docMk/>
            <pc:sldMk cId="594354291" sldId="264"/>
            <ac:spMk id="10" creationId="{765E60CF-3AD1-A20E-5613-E604E91E7CD5}"/>
          </ac:spMkLst>
        </pc:spChg>
        <pc:spChg chg="add mod">
          <ac:chgData name="Frommer, Ian Dr. (EDU)" userId="28ca3ff0-544f-450a-928b-99e19cf49b89" providerId="ADAL" clId="{FDDA6EB0-4FD6-4516-ACA5-A4CAC6441DA7}" dt="2026-04-15T14:15:49.594" v="1350" actId="14100"/>
          <ac:spMkLst>
            <pc:docMk/>
            <pc:sldMk cId="594354291" sldId="264"/>
            <ac:spMk id="12" creationId="{2CE3410F-B514-D71D-0CCF-8339ECC61C16}"/>
          </ac:spMkLst>
        </pc:spChg>
        <pc:spChg chg="add del">
          <ac:chgData name="Frommer, Ian Dr. (EDU)" userId="28ca3ff0-544f-450a-928b-99e19cf49b89" providerId="ADAL" clId="{FDDA6EB0-4FD6-4516-ACA5-A4CAC6441DA7}" dt="2026-04-15T14:14:27.984" v="1333" actId="22"/>
          <ac:spMkLst>
            <pc:docMk/>
            <pc:sldMk cId="594354291" sldId="264"/>
            <ac:spMk id="18" creationId="{1BE774B5-E1C5-7F02-D194-798D7D7FB23C}"/>
          </ac:spMkLst>
        </pc:spChg>
        <pc:spChg chg="add mod">
          <ac:chgData name="Frommer, Ian Dr. (EDU)" userId="28ca3ff0-544f-450a-928b-99e19cf49b89" providerId="ADAL" clId="{FDDA6EB0-4FD6-4516-ACA5-A4CAC6441DA7}" dt="2026-04-15T14:14:47.986" v="1340" actId="14100"/>
          <ac:spMkLst>
            <pc:docMk/>
            <pc:sldMk cId="594354291" sldId="264"/>
            <ac:spMk id="20" creationId="{5D06AD43-C15E-65D2-6197-D3432A20E42B}"/>
          </ac:spMkLst>
        </pc:spChg>
        <pc:picChg chg="add mod">
          <ac:chgData name="Frommer, Ian Dr. (EDU)" userId="28ca3ff0-544f-450a-928b-99e19cf49b89" providerId="ADAL" clId="{FDDA6EB0-4FD6-4516-ACA5-A4CAC6441DA7}" dt="2026-04-15T14:11:29.638" v="1285" actId="1076"/>
          <ac:picMkLst>
            <pc:docMk/>
            <pc:sldMk cId="594354291" sldId="264"/>
            <ac:picMk id="6" creationId="{F4F40C72-2415-2BB2-8B19-BC085AC7BC1A}"/>
          </ac:picMkLst>
        </pc:picChg>
        <pc:picChg chg="add mod">
          <ac:chgData name="Frommer, Ian Dr. (EDU)" userId="28ca3ff0-544f-450a-928b-99e19cf49b89" providerId="ADAL" clId="{FDDA6EB0-4FD6-4516-ACA5-A4CAC6441DA7}" dt="2026-04-15T14:14:25.628" v="1331"/>
          <ac:picMkLst>
            <pc:docMk/>
            <pc:sldMk cId="594354291" sldId="264"/>
            <ac:picMk id="16" creationId="{2723CDD1-CAA7-D711-E7A4-3A7A261A01C5}"/>
          </ac:picMkLst>
        </pc:picChg>
        <pc:cxnChg chg="add">
          <ac:chgData name="Frommer, Ian Dr. (EDU)" userId="28ca3ff0-544f-450a-928b-99e19cf49b89" providerId="ADAL" clId="{FDDA6EB0-4FD6-4516-ACA5-A4CAC6441DA7}" dt="2026-04-15T14:13:07.294" v="1326" actId="11529"/>
          <ac:cxnSpMkLst>
            <pc:docMk/>
            <pc:sldMk cId="594354291" sldId="264"/>
            <ac:cxnSpMk id="14" creationId="{B1AE1CA2-C29A-1DB5-7614-D6DB39E03E56}"/>
          </ac:cxnSpMkLst>
        </pc:cxnChg>
        <pc:cxnChg chg="add mod">
          <ac:chgData name="Frommer, Ian Dr. (EDU)" userId="28ca3ff0-544f-450a-928b-99e19cf49b89" providerId="ADAL" clId="{FDDA6EB0-4FD6-4516-ACA5-A4CAC6441DA7}" dt="2026-04-15T14:15:38.289" v="1348" actId="14100"/>
          <ac:cxnSpMkLst>
            <pc:docMk/>
            <pc:sldMk cId="594354291" sldId="264"/>
            <ac:cxnSpMk id="21" creationId="{DA9AB0CD-7345-D45A-22D3-229C1EF13549}"/>
          </ac:cxnSpMkLst>
        </pc:cxnChg>
      </pc:sldChg>
      <pc:sldChg chg="modSp new del mod">
        <pc:chgData name="Frommer, Ian Dr. (EDU)" userId="28ca3ff0-544f-450a-928b-99e19cf49b89" providerId="ADAL" clId="{FDDA6EB0-4FD6-4516-ACA5-A4CAC6441DA7}" dt="2026-04-15T13:46:19.019" v="891" actId="47"/>
        <pc:sldMkLst>
          <pc:docMk/>
          <pc:sldMk cId="58389480" sldId="265"/>
        </pc:sldMkLst>
        <pc:spChg chg="mod">
          <ac:chgData name="Frommer, Ian Dr. (EDU)" userId="28ca3ff0-544f-450a-928b-99e19cf49b89" providerId="ADAL" clId="{FDDA6EB0-4FD6-4516-ACA5-A4CAC6441DA7}" dt="2026-04-15T13:37:03.618" v="806" actId="20577"/>
          <ac:spMkLst>
            <pc:docMk/>
            <pc:sldMk cId="58389480" sldId="265"/>
            <ac:spMk id="2" creationId="{CC4B661C-5352-23A7-6E44-B89AB0E532C1}"/>
          </ac:spMkLst>
        </pc:spChg>
        <pc:spChg chg="mod">
          <ac:chgData name="Frommer, Ian Dr. (EDU)" userId="28ca3ff0-544f-450a-928b-99e19cf49b89" providerId="ADAL" clId="{FDDA6EB0-4FD6-4516-ACA5-A4CAC6441DA7}" dt="2026-04-15T13:44:48.371" v="825" actId="21"/>
          <ac:spMkLst>
            <pc:docMk/>
            <pc:sldMk cId="58389480" sldId="265"/>
            <ac:spMk id="3" creationId="{9D196973-1810-78EA-43FF-ADDC029B7FCF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4-15T16:35:02.742" v="2597"/>
        <pc:sldMkLst>
          <pc:docMk/>
          <pc:sldMk cId="849142929" sldId="265"/>
        </pc:sldMkLst>
        <pc:spChg chg="mod">
          <ac:chgData name="Frommer, Ian Dr. (EDU)" userId="28ca3ff0-544f-450a-928b-99e19cf49b89" providerId="ADAL" clId="{FDDA6EB0-4FD6-4516-ACA5-A4CAC6441DA7}" dt="2026-04-15T16:12:32.882" v="1881" actId="1076"/>
          <ac:spMkLst>
            <pc:docMk/>
            <pc:sldMk cId="849142929" sldId="265"/>
            <ac:spMk id="2" creationId="{F517421D-1647-B9A8-EB43-C182C03D25E7}"/>
          </ac:spMkLst>
        </pc:spChg>
        <pc:spChg chg="mod">
          <ac:chgData name="Frommer, Ian Dr. (EDU)" userId="28ca3ff0-544f-450a-928b-99e19cf49b89" providerId="ADAL" clId="{FDDA6EB0-4FD6-4516-ACA5-A4CAC6441DA7}" dt="2026-04-15T16:34:38.337" v="2591" actId="5793"/>
          <ac:spMkLst>
            <pc:docMk/>
            <pc:sldMk cId="849142929" sldId="265"/>
            <ac:spMk id="3" creationId="{FB53D737-83BB-E06F-285D-A3958B17A713}"/>
          </ac:spMkLst>
        </pc:spChg>
        <pc:picChg chg="add mod">
          <ac:chgData name="Frommer, Ian Dr. (EDU)" userId="28ca3ff0-544f-450a-928b-99e19cf49b89" providerId="ADAL" clId="{FDDA6EB0-4FD6-4516-ACA5-A4CAC6441DA7}" dt="2026-04-15T16:12:58.521" v="1891" actId="1076"/>
          <ac:picMkLst>
            <pc:docMk/>
            <pc:sldMk cId="849142929" sldId="265"/>
            <ac:picMk id="5" creationId="{829F9577-9DAF-86C5-EED3-D51321BEB5FC}"/>
          </ac:picMkLst>
        </pc:picChg>
        <pc:picChg chg="add mod">
          <ac:chgData name="Frommer, Ian Dr. (EDU)" userId="28ca3ff0-544f-450a-928b-99e19cf49b89" providerId="ADAL" clId="{FDDA6EB0-4FD6-4516-ACA5-A4CAC6441DA7}" dt="2026-04-15T16:13:33.601" v="1896" actId="1076"/>
          <ac:picMkLst>
            <pc:docMk/>
            <pc:sldMk cId="849142929" sldId="265"/>
            <ac:picMk id="7" creationId="{277D4FD6-C6C5-85CC-074A-CF9A83F420DF}"/>
          </ac:picMkLst>
        </pc:picChg>
        <pc:picChg chg="add mod">
          <ac:chgData name="Frommer, Ian Dr. (EDU)" userId="28ca3ff0-544f-450a-928b-99e19cf49b89" providerId="ADAL" clId="{FDDA6EB0-4FD6-4516-ACA5-A4CAC6441DA7}" dt="2026-04-15T16:13:35.018" v="1897" actId="1076"/>
          <ac:picMkLst>
            <pc:docMk/>
            <pc:sldMk cId="849142929" sldId="265"/>
            <ac:picMk id="9" creationId="{8FAF2D97-ADAF-24EF-8BFE-0C5E6571950C}"/>
          </ac:picMkLst>
        </pc:picChg>
      </pc:sldChg>
      <pc:sldChg chg="addSp delSp modSp new mod ord modAnim">
        <pc:chgData name="Frommer, Ian Dr. (EDU)" userId="28ca3ff0-544f-450a-928b-99e19cf49b89" providerId="ADAL" clId="{FDDA6EB0-4FD6-4516-ACA5-A4CAC6441DA7}" dt="2026-04-15T16:34:03.634" v="2585"/>
        <pc:sldMkLst>
          <pc:docMk/>
          <pc:sldMk cId="1885092694" sldId="266"/>
        </pc:sldMkLst>
        <pc:spChg chg="mod">
          <ac:chgData name="Frommer, Ian Dr. (EDU)" userId="28ca3ff0-544f-450a-928b-99e19cf49b89" providerId="ADAL" clId="{FDDA6EB0-4FD6-4516-ACA5-A4CAC6441DA7}" dt="2026-04-15T15:29:04.451" v="1459" actId="20577"/>
          <ac:spMkLst>
            <pc:docMk/>
            <pc:sldMk cId="1885092694" sldId="266"/>
            <ac:spMk id="2" creationId="{FC5E6F1B-C13A-94A7-6BF7-3D259DF2D2C7}"/>
          </ac:spMkLst>
        </pc:spChg>
        <pc:spChg chg="add del mod">
          <ac:chgData name="Frommer, Ian Dr. (EDU)" userId="28ca3ff0-544f-450a-928b-99e19cf49b89" providerId="ADAL" clId="{FDDA6EB0-4FD6-4516-ACA5-A4CAC6441DA7}" dt="2026-04-15T16:22:31.187" v="2302" actId="5793"/>
          <ac:spMkLst>
            <pc:docMk/>
            <pc:sldMk cId="1885092694" sldId="266"/>
            <ac:spMk id="3" creationId="{D470B50E-0E45-F884-E2B9-4003C1AAC450}"/>
          </ac:spMkLst>
        </pc:spChg>
        <pc:spChg chg="add mod">
          <ac:chgData name="Frommer, Ian Dr. (EDU)" userId="28ca3ff0-544f-450a-928b-99e19cf49b89" providerId="ADAL" clId="{FDDA6EB0-4FD6-4516-ACA5-A4CAC6441DA7}" dt="2026-04-15T15:26:37.009" v="1361"/>
          <ac:spMkLst>
            <pc:docMk/>
            <pc:sldMk cId="1885092694" sldId="266"/>
            <ac:spMk id="4" creationId="{486EF38C-ACC7-2AFC-4DB6-D02D3C14C0C9}"/>
          </ac:spMkLst>
        </pc:spChg>
        <pc:spChg chg="add mod">
          <ac:chgData name="Frommer, Ian Dr. (EDU)" userId="28ca3ff0-544f-450a-928b-99e19cf49b89" providerId="ADAL" clId="{FDDA6EB0-4FD6-4516-ACA5-A4CAC6441DA7}" dt="2026-04-15T15:26:39.197" v="1363"/>
          <ac:spMkLst>
            <pc:docMk/>
            <pc:sldMk cId="1885092694" sldId="266"/>
            <ac:spMk id="5" creationId="{DEF95F00-6A5D-B212-6388-FBD92B1FDE18}"/>
          </ac:spMkLst>
        </pc:spChg>
        <pc:spChg chg="add del">
          <ac:chgData name="Frommer, Ian Dr. (EDU)" userId="28ca3ff0-544f-450a-928b-99e19cf49b89" providerId="ADAL" clId="{FDDA6EB0-4FD6-4516-ACA5-A4CAC6441DA7}" dt="2026-04-15T15:30:17.715" v="1476" actId="22"/>
          <ac:spMkLst>
            <pc:docMk/>
            <pc:sldMk cId="1885092694" sldId="266"/>
            <ac:spMk id="7" creationId="{A550FA87-D1C0-6F65-4876-6104885C3C3A}"/>
          </ac:spMkLst>
        </pc:spChg>
        <pc:picChg chg="add mod">
          <ac:chgData name="Frommer, Ian Dr. (EDU)" userId="28ca3ff0-544f-450a-928b-99e19cf49b89" providerId="ADAL" clId="{FDDA6EB0-4FD6-4516-ACA5-A4CAC6441DA7}" dt="2026-04-15T16:19:22.668" v="2137" actId="14100"/>
          <ac:picMkLst>
            <pc:docMk/>
            <pc:sldMk cId="1885092694" sldId="266"/>
            <ac:picMk id="9" creationId="{A6C484E5-3F66-9CA2-7789-D854BDE5F31D}"/>
          </ac:picMkLst>
        </pc:picChg>
        <pc:picChg chg="add mod">
          <ac:chgData name="Frommer, Ian Dr. (EDU)" userId="28ca3ff0-544f-450a-928b-99e19cf49b89" providerId="ADAL" clId="{FDDA6EB0-4FD6-4516-ACA5-A4CAC6441DA7}" dt="2026-04-15T16:28:22.383" v="2574" actId="1076"/>
          <ac:picMkLst>
            <pc:docMk/>
            <pc:sldMk cId="1885092694" sldId="266"/>
            <ac:picMk id="10" creationId="{DA51C3C8-E8F6-5DD1-A2CF-1DC6FE5DDD6C}"/>
          </ac:picMkLst>
        </pc:picChg>
      </pc:sldChg>
      <pc:sldChg chg="modSp new mod modAnim">
        <pc:chgData name="Frommer, Ian Dr. (EDU)" userId="28ca3ff0-544f-450a-928b-99e19cf49b89" providerId="ADAL" clId="{FDDA6EB0-4FD6-4516-ACA5-A4CAC6441DA7}" dt="2026-04-15T16:35:21.585" v="2598"/>
        <pc:sldMkLst>
          <pc:docMk/>
          <pc:sldMk cId="1026709700" sldId="267"/>
        </pc:sldMkLst>
        <pc:spChg chg="mod">
          <ac:chgData name="Frommer, Ian Dr. (EDU)" userId="28ca3ff0-544f-450a-928b-99e19cf49b89" providerId="ADAL" clId="{FDDA6EB0-4FD6-4516-ACA5-A4CAC6441DA7}" dt="2026-04-15T16:08:56.734" v="1695"/>
          <ac:spMkLst>
            <pc:docMk/>
            <pc:sldMk cId="1026709700" sldId="267"/>
            <ac:spMk id="2" creationId="{7D77EFFD-7C9D-C489-4B35-26D544A773F6}"/>
          </ac:spMkLst>
        </pc:spChg>
        <pc:spChg chg="mod">
          <ac:chgData name="Frommer, Ian Dr. (EDU)" userId="28ca3ff0-544f-450a-928b-99e19cf49b89" providerId="ADAL" clId="{FDDA6EB0-4FD6-4516-ACA5-A4CAC6441DA7}" dt="2026-04-15T16:16:20.964" v="2029" actId="5793"/>
          <ac:spMkLst>
            <pc:docMk/>
            <pc:sldMk cId="1026709700" sldId="267"/>
            <ac:spMk id="3" creationId="{8935551A-1847-D094-E114-5482EADC7692}"/>
          </ac:spMkLst>
        </pc:spChg>
      </pc:sldChg>
      <pc:sldChg chg="modSp new mod">
        <pc:chgData name="Frommer, Ian Dr. (EDU)" userId="28ca3ff0-544f-450a-928b-99e19cf49b89" providerId="ADAL" clId="{FDDA6EB0-4FD6-4516-ACA5-A4CAC6441DA7}" dt="2026-04-15T16:27:54.560" v="2571" actId="6549"/>
        <pc:sldMkLst>
          <pc:docMk/>
          <pc:sldMk cId="2547946703" sldId="268"/>
        </pc:sldMkLst>
        <pc:spChg chg="mod">
          <ac:chgData name="Frommer, Ian Dr. (EDU)" userId="28ca3ff0-544f-450a-928b-99e19cf49b89" providerId="ADAL" clId="{FDDA6EB0-4FD6-4516-ACA5-A4CAC6441DA7}" dt="2026-04-15T16:27:54.560" v="2571" actId="6549"/>
          <ac:spMkLst>
            <pc:docMk/>
            <pc:sldMk cId="2547946703" sldId="268"/>
            <ac:spMk id="2" creationId="{ECEFE31B-24D9-C01E-55B0-CA4CC38ECA40}"/>
          </ac:spMkLst>
        </pc:spChg>
        <pc:spChg chg="mod">
          <ac:chgData name="Frommer, Ian Dr. (EDU)" userId="28ca3ff0-544f-450a-928b-99e19cf49b89" providerId="ADAL" clId="{FDDA6EB0-4FD6-4516-ACA5-A4CAC6441DA7}" dt="2026-04-15T16:27:45.088" v="2547" actId="5793"/>
          <ac:spMkLst>
            <pc:docMk/>
            <pc:sldMk cId="2547946703" sldId="268"/>
            <ac:spMk id="3" creationId="{7EB42A0D-941E-D1B4-B8C2-0062206E8C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E135B-3498-4585-AEE6-C8E6252DB43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AB24C-2698-4584-AD78-466CAA92C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54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-bi/create-reports/desktop-excel-stunning-report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https://www.tableau.com/trial/visualize-your-data</a:t>
            </a:r>
          </a:p>
          <a:p>
            <a:r>
              <a:rPr lang="en-US"/>
              <a:t>https://learn.microsoft.com/en-us/power-bi/create-reports/sample-tutorial-connect-to-the-samples</a:t>
            </a:r>
          </a:p>
          <a:p>
            <a:r>
              <a:rPr lang="en-US">
                <a:hlinkClick r:id="rId3"/>
              </a:rPr>
              <a:t>Tutorial: Create a report from an Excel workbook in Power BI - Power BI | Microsoft Learn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AB24C-2698-4584-AD78-466CAA92C7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09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98B34-692F-1CC9-A0CB-078A23B38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4E69C-AD0B-7DFA-D68E-B52028A6E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A783E-C409-3A2F-FC74-38FCCEA1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4A6E4-03E0-79D8-54B1-617FA4F9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66152-AFA2-0C0F-29C0-2514C163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3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8833-A580-B463-6B91-57AF72BD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7253A-9D0B-209E-CF14-ED74D74F2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27F76-24AB-215E-8A24-71CE8F5EF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D78F1-C311-2941-9E77-69FEAE7E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43989-410B-E26F-217C-FB6F784A2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12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A69C-A58F-3000-0881-35D1205A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E5E0E-17F0-E571-C20D-F6748563A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30AAE-3879-6042-C6A1-F328DDBE4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7CF41-34A0-6676-5A09-18D40A43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5EA41-61AD-D3FB-6E1F-3CAEEB60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8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DEF6B-4031-9B4C-6CC5-4ECE9E68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99AAC-6B9C-EA1B-1A38-A149621CB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03B9E-C958-3FFD-54D4-A5BAB57ED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E1B48-C623-88AE-48B4-6D15D293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2260C-0B95-5A07-F43B-E121A7D76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388E0-D23F-B96E-58D6-F86135D7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3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E2A7-F961-B0F3-10EE-9D917675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A5C07-41AB-033F-6FAA-9B7EBF7FE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403EC-7DB7-7D4F-2B26-223178E91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3AAB18-64DE-FA14-FA45-0BF6A6659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4C674-5821-D1A6-1A97-27B314F5E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F3CD4-988A-39F9-5DAE-9524E13C4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F11C4-3387-8B81-57D4-C2F1F358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510738-161F-3C29-6F4F-46B3E420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49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75D7-7AFB-E780-D951-30EBFB2E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311896-58E2-B505-DA27-DED98659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2CCEB-C555-21BD-4DBD-B054F005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C7CAE-6811-4751-1171-3D5A611F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00107-E3D3-9A11-2637-9C975BBC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38374C-BDC4-780D-8E4C-7A934044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EA998-13B2-3DB7-0A3A-C9610E77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7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5D13D-D515-A1B2-6812-63F62DE74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D866B-574F-5E6D-644C-93797BBA7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9A468-46E3-C85A-D068-162DA3F69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87BA8-B0F6-A8EB-7618-401CCDD1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21B9C-2572-24EF-4443-ABBD009C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58E88-70B4-82E2-08F8-6DA66E3B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96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CE0F-58BA-EF00-C0B6-E67FA151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342CAB-3258-7F1F-2E72-3168E48D7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8AE5D-4D99-A056-151D-71170E48F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F367A-042C-ED52-3A1B-0B0EF1F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DB526-DACF-35BF-7023-7787546E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B9E0F-DE87-EA6D-84F1-616DED0E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7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D4C5-E27F-E5E2-BA1A-90FD2A32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ED2A2-68D9-1F2B-1CEF-309779114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3219-53DF-33E9-209E-CAAEA51F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493C5-697F-6EC8-E963-29E3FF5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15FAB-0B7C-AFD5-751A-85710469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95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72821-542D-2E03-C212-1B8C23905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FFD4E-52DE-9516-E8BB-21E8DC634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1307-84CE-6C5B-3FC4-ED975AE5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65027-2A9F-AD4D-D8F7-FD22DFB50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32D98-EE1D-76DF-ED70-F1E5409F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1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012C1-29BA-50EA-2E7D-D28E2FC2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6481E-C9E8-8652-5326-F7DEAF615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3B3FE-97A8-E420-455D-B7F45869B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DC741-49CA-4CA4-B3D9-63FA190952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3B841-4BAE-C308-7774-BF02C5AB3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F25C8-12A1-10F4-7929-68651D38F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12A16-2525-4B9F-A424-5D7EAFE05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8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tableau.com/blog/dashboards-arent-dead-theyre-evolving-and-so-is-tableau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hub.2i2c.mybinder.org/user/juancab-astrointeractives-2llc9uib/notebooks/Interactives/Binary_Star_Sim.ipynb" TargetMode="External"/><Relationship Id="rId13" Type="http://schemas.openxmlformats.org/officeDocument/2006/relationships/image" Target="../media/image6.png"/><Relationship Id="rId3" Type="http://schemas.openxmlformats.org/officeDocument/2006/relationships/hyperlink" Target="https://hot-100-songs.plotly.app/" TargetMode="External"/><Relationship Id="rId7" Type="http://schemas.openxmlformats.org/officeDocument/2006/relationships/hyperlink" Target="https://demo-seattle-weather.streamlit.app/?ref=streamlit-io-gallery-favorites" TargetMode="External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sh.gallery/dash-uber-rides-demo/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s://plotly.com/examples/" TargetMode="External"/><Relationship Id="rId10" Type="http://schemas.openxmlformats.org/officeDocument/2006/relationships/hyperlink" Target="https://github.com/JuanCab/COVID_DataViz" TargetMode="External"/><Relationship Id="rId4" Type="http://schemas.openxmlformats.org/officeDocument/2006/relationships/hyperlink" Target="https://spotify-listening-habits.plotly.app/" TargetMode="External"/><Relationship Id="rId9" Type="http://schemas.openxmlformats.org/officeDocument/2006/relationships/hyperlink" Target="https://hub.2i2c.mybinder.org/user/juancab-astrointeractives-2llc9uib/notebooks/index.ipynb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emo-seattle-weather.streamlit.app/?ref=streamlit-io-gallery-science-technolog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oil-gas-demo.plotly.app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pyter-widgets/tutorial/tree/main/notebooks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ipywidgets.readthedocs.io/en/lates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jupyter-widgets/ipydatagrid" TargetMode="External"/><Relationship Id="rId5" Type="http://schemas.openxmlformats.org/officeDocument/2006/relationships/hyperlink" Target="https://github.com/JuanCab/COVID_DataViz" TargetMode="External"/><Relationship Id="rId4" Type="http://schemas.openxmlformats.org/officeDocument/2006/relationships/hyperlink" Target="https://youtu.be/1vuI22MkkrY?si=TqsYFTmTY5hqM_7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arimo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realpython.com/marimo-notebook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marimo-notebook/" TargetMode="External"/><Relationship Id="rId2" Type="http://schemas.openxmlformats.org/officeDocument/2006/relationships/hyperlink" Target="https://marimo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alkpython.fm/episodes/show/501/marimo-reactive-notebooks-for-pyth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B6C9-C637-A1A1-752A-790DF4A7A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9290" y="2368833"/>
            <a:ext cx="5633884" cy="1735880"/>
          </a:xfrm>
        </p:spPr>
        <p:txBody>
          <a:bodyPr>
            <a:normAutofit fontScale="90000"/>
          </a:bodyPr>
          <a:lstStyle/>
          <a:p>
            <a:r>
              <a:rPr lang="en-US"/>
              <a:t>Widgets and Dashboards</a:t>
            </a:r>
          </a:p>
        </p:txBody>
      </p:sp>
      <p:pic>
        <p:nvPicPr>
          <p:cNvPr id="4" name="Picture 2" descr="Screenshot showing the Overview page of the Retail Analysis Sample.">
            <a:extLst>
              <a:ext uri="{FF2B5EF4-FFF2-40B4-BE49-F238E27FC236}">
                <a16:creationId xmlns:a16="http://schemas.microsoft.com/office/drawing/2014/main" id="{CF55DDB7-1366-8D33-71BC-28C7B6532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359" y="383459"/>
            <a:ext cx="3737859" cy="194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0C2ACC-9CB7-3683-0255-69A8BB781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61" y="106231"/>
            <a:ext cx="2962473" cy="26278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9D093C-0337-9467-ED8A-3E9C642F7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29" y="4154860"/>
            <a:ext cx="3116248" cy="25146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65ECE9-9EBE-5B4A-F815-D8A190160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995" y="3738910"/>
            <a:ext cx="3099601" cy="270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135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96C8F-BC43-5723-6B15-D1660F4D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A0F45-61AD-541A-4DE0-93DF68474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interactive interface combining data visualizations, tables, and </a:t>
            </a:r>
            <a:r>
              <a:rPr lang="en-US" b="1"/>
              <a:t>controls</a:t>
            </a:r>
            <a:r>
              <a:rPr lang="en-US"/>
              <a:t> to let users explore and monitor data by changing inputs and immediately seeing updated </a:t>
            </a:r>
            <a:r>
              <a:rPr lang="en-US" b="1"/>
              <a:t>outputs</a:t>
            </a:r>
            <a:r>
              <a:rPr lang="en-US"/>
              <a:t>.</a:t>
            </a:r>
          </a:p>
          <a:p>
            <a:r>
              <a:rPr lang="en-US" b="1"/>
              <a:t>Outputs  </a:t>
            </a:r>
          </a:p>
          <a:p>
            <a:pPr lvl="1"/>
            <a:r>
              <a:rPr lang="en-US"/>
              <a:t>plots (histograms, scatter plots, time series) </a:t>
            </a:r>
          </a:p>
          <a:p>
            <a:pPr lvl="1"/>
            <a:r>
              <a:rPr lang="en-US"/>
              <a:t>tables </a:t>
            </a:r>
          </a:p>
          <a:p>
            <a:pPr lvl="1"/>
            <a:r>
              <a:rPr lang="en-US"/>
              <a:t>summary statistics </a:t>
            </a:r>
          </a:p>
          <a:p>
            <a:r>
              <a:rPr lang="en-US" b="1"/>
              <a:t>Controls </a:t>
            </a:r>
          </a:p>
          <a:p>
            <a:pPr lvl="1"/>
            <a:r>
              <a:rPr lang="en-US"/>
              <a:t>sliders (filter ranges, thresholds) </a:t>
            </a:r>
          </a:p>
          <a:p>
            <a:pPr lvl="1"/>
            <a:r>
              <a:rPr lang="en-US"/>
              <a:t>dropdowns (choose column/category) </a:t>
            </a:r>
          </a:p>
          <a:p>
            <a:pPr lvl="1"/>
            <a:r>
              <a:rPr lang="en-US"/>
              <a:t>checkboxes (toggle options) </a:t>
            </a:r>
          </a:p>
          <a:p>
            <a:r>
              <a:rPr lang="en-US"/>
              <a:t>dashboard are also becoming ai-driven</a:t>
            </a:r>
          </a:p>
          <a:p>
            <a:pPr lvl="1"/>
            <a:r>
              <a:rPr lang="en-US">
                <a:hlinkClick r:id="rId2"/>
              </a:rPr>
              <a:t>https://www.tableau.com/blog/dashboards-arent-dead-theyre-evolving-and-so-is-tableau</a:t>
            </a:r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64ABB-8ABE-F4E9-84C1-4B48B0C63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5125"/>
            <a:ext cx="1561473" cy="12600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5DB00B-42A0-0929-4F3E-D839F0023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56" y="230188"/>
            <a:ext cx="1553132" cy="1354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8EBAAC-82EC-8221-69FC-D8AD9E9B9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2755585"/>
            <a:ext cx="3693468" cy="205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5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FCB4-FB4D-8665-5570-D51298CD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77A9D-5F0E-821A-F34C-83537477A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" y="3842235"/>
            <a:ext cx="4498848" cy="288404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u="sng"/>
              <a:t>Some examples</a:t>
            </a:r>
            <a:endParaRPr lang="en-US" b="1" u="sng">
              <a:hlinkClick r:id="rId3"/>
            </a:endParaRPr>
          </a:p>
          <a:p>
            <a:r>
              <a:rPr lang="en-US">
                <a:hlinkClick r:id="rId3"/>
              </a:rPr>
              <a:t>https://oil-gas-demo.plotly.app/</a:t>
            </a:r>
          </a:p>
          <a:p>
            <a:r>
              <a:rPr lang="en-US">
                <a:hlinkClick r:id="rId3"/>
              </a:rPr>
              <a:t>https://hot-100-songs.plotly.app/</a:t>
            </a:r>
            <a:endParaRPr lang="en-US"/>
          </a:p>
          <a:p>
            <a:r>
              <a:rPr lang="en-US">
                <a:hlinkClick r:id="rId4"/>
              </a:rPr>
              <a:t>https://spotify-listening-habits.plotly.app/</a:t>
            </a:r>
            <a:endParaRPr lang="en-US"/>
          </a:p>
          <a:p>
            <a:r>
              <a:rPr lang="en-US">
                <a:hlinkClick r:id="rId5"/>
              </a:rPr>
              <a:t>https://plotly.com/examples/</a:t>
            </a:r>
            <a:endParaRPr lang="en-US"/>
          </a:p>
          <a:p>
            <a:r>
              <a:rPr lang="en-US">
                <a:hlinkClick r:id="rId6"/>
              </a:rPr>
              <a:t>https://dash.gallery/dash-uber-rides-demo/</a:t>
            </a:r>
            <a:endParaRPr lang="en-US"/>
          </a:p>
          <a:p>
            <a:r>
              <a:rPr lang="en-US">
                <a:hlinkClick r:id="rId7"/>
              </a:rPr>
              <a:t>https://demo-seattle-weather.streamlit.app/?ref=streamlit-io-gallery-favorites</a:t>
            </a:r>
            <a:endParaRPr lang="en-US"/>
          </a:p>
          <a:p>
            <a:r>
              <a:rPr lang="en-US">
                <a:hlinkClick r:id="rId8"/>
              </a:rPr>
              <a:t>Binary_Star_Sim</a:t>
            </a:r>
            <a:endParaRPr lang="en-US"/>
          </a:p>
          <a:p>
            <a:r>
              <a:rPr lang="en-US">
                <a:hlinkClick r:id="rId9"/>
              </a:rPr>
              <a:t>index</a:t>
            </a:r>
            <a:r>
              <a:rPr lang="en-US"/>
              <a:t> Astron ones</a:t>
            </a:r>
          </a:p>
          <a:p>
            <a:pPr lvl="1"/>
            <a:r>
              <a:rPr lang="en-US">
                <a:hlinkClick r:id="rId8"/>
              </a:rPr>
              <a:t>Binary_Star_Sim</a:t>
            </a:r>
            <a:endParaRPr lang="en-US"/>
          </a:p>
          <a:p>
            <a:r>
              <a:rPr lang="en-US">
                <a:hlinkClick r:id="rId10"/>
              </a:rPr>
              <a:t>https://github.com/JuanCab/COVID_DataViz</a:t>
            </a:r>
            <a:r>
              <a:rPr lang="en-US"/>
              <a:t>  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1DE67-C4A3-73EE-447A-51B9E5E584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2818" y="67626"/>
            <a:ext cx="5089182" cy="2829585"/>
          </a:xfrm>
          <a:prstGeom prst="rect">
            <a:avLst/>
          </a:prstGeom>
        </p:spPr>
      </p:pic>
      <p:pic>
        <p:nvPicPr>
          <p:cNvPr id="2050" name="Picture 2" descr="Screenshot showing the Overview page of the Retail Analysis Sample.">
            <a:extLst>
              <a:ext uri="{FF2B5EF4-FFF2-40B4-BE49-F238E27FC236}">
                <a16:creationId xmlns:a16="http://schemas.microsoft.com/office/drawing/2014/main" id="{74691C31-5788-B112-5630-CB94117FE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973" y="2889019"/>
            <a:ext cx="7362027" cy="383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creenshot of the completed Power BI report in the Power BI service.">
            <a:extLst>
              <a:ext uri="{FF2B5EF4-FFF2-40B4-BE49-F238E27FC236}">
                <a16:creationId xmlns:a16="http://schemas.microsoft.com/office/drawing/2014/main" id="{88F81F84-7D29-DFCB-47A5-41A49420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19" y="67626"/>
            <a:ext cx="6058599" cy="3774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32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A2F74-9E3D-847C-15EE-3F52AE16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platforms/tools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DE4DD4-CEE8-7716-7F92-1E3EFA583B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4155" y="1805274"/>
            <a:ext cx="8424671" cy="4392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jupyter widgets </a:t>
            </a:r>
            <a:r>
              <a:rPr lang="en-US" sz="2400"/>
              <a:t>– add-on to support interactivity, </a:t>
            </a:r>
            <a:r>
              <a:rPr lang="en-US" altLang="en-US" sz="2400"/>
              <a:t>lets you </a:t>
            </a:r>
            <a:r>
              <a:rPr lang="en-US" altLang="en-US" sz="2400" i="1"/>
              <a:t>build dashboards manually</a:t>
            </a:r>
            <a:r>
              <a:rPr lang="en-US" altLang="en-US" sz="2400"/>
              <a:t> inside notebooks </a:t>
            </a:r>
          </a:p>
          <a:p>
            <a:r>
              <a:rPr lang="en-US" sz="2400" b="1"/>
              <a:t>marimo</a:t>
            </a:r>
            <a:r>
              <a:rPr lang="en-US" sz="2400"/>
              <a:t> – reactive notebook with built-in widgets,</a:t>
            </a:r>
            <a:r>
              <a:rPr lang="en-US" altLang="en-US" sz="2400" i="1"/>
              <a:t> entire notebook can behave like a dashboard</a:t>
            </a:r>
            <a:r>
              <a:rPr lang="en-US" altLang="en-US" sz="2400"/>
              <a:t> </a:t>
            </a:r>
            <a:endParaRPr lang="en-US" sz="2400"/>
          </a:p>
          <a:p>
            <a:r>
              <a:rPr lang="en-US" sz="2400" b="1"/>
              <a:t>panel</a:t>
            </a:r>
            <a:r>
              <a:rPr lang="en-US" sz="2400"/>
              <a:t> – for turning notebooks into dashboards</a:t>
            </a:r>
          </a:p>
          <a:p>
            <a:r>
              <a:rPr lang="en-US" sz="2400" b="1"/>
              <a:t>dash</a:t>
            </a:r>
            <a:r>
              <a:rPr lang="en-US" sz="2400"/>
              <a:t> (plotly) – real dashboarding, full web apps, more complex</a:t>
            </a:r>
          </a:p>
          <a:p>
            <a:r>
              <a:rPr lang="en-US" sz="2400" b="1"/>
              <a:t>streamlit</a:t>
            </a:r>
            <a:r>
              <a:rPr lang="en-US" sz="2400"/>
              <a:t>  - </a:t>
            </a:r>
            <a:r>
              <a:rPr lang="en-US" altLang="en-US" sz="2400"/>
              <a:t>turn Python scripts into standalone dashboards </a:t>
            </a:r>
          </a:p>
          <a:p>
            <a:r>
              <a:rPr lang="en-US" sz="2400"/>
              <a:t>commercial software - </a:t>
            </a:r>
            <a:r>
              <a:rPr lang="en-US" sz="2400" b="1"/>
              <a:t>Tableau</a:t>
            </a:r>
            <a:r>
              <a:rPr lang="en-US" sz="2400"/>
              <a:t>, </a:t>
            </a:r>
            <a:r>
              <a:rPr lang="en-US" sz="2400" b="1"/>
              <a:t>PowerBI</a:t>
            </a:r>
            <a:r>
              <a:rPr lang="en-US" sz="2400"/>
              <a:t> (on edu machine), … easier for non-technical users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F4F40C72-2415-2BB2-8B19-BC085AC7B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688" y="3772692"/>
            <a:ext cx="2515157" cy="23381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E3410F-B514-D71D-0CCF-8339ECC61C16}"/>
              </a:ext>
            </a:extLst>
          </p:cNvPr>
          <p:cNvSpPr txBox="1"/>
          <p:nvPr/>
        </p:nvSpPr>
        <p:spPr>
          <a:xfrm>
            <a:off x="9423795" y="6110811"/>
            <a:ext cx="2515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https://demo-seattle-weather.streamlit.app/?ref=streamlit-io-gallery-science-technology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AE1CA2-C29A-1DB5-7614-D6DB39E03E56}"/>
              </a:ext>
            </a:extLst>
          </p:cNvPr>
          <p:cNvCxnSpPr/>
          <p:nvPr/>
        </p:nvCxnSpPr>
        <p:spPr>
          <a:xfrm flipV="1">
            <a:off x="8787384" y="4754880"/>
            <a:ext cx="384048" cy="64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hlinkClick r:id="rId4"/>
            <a:extLst>
              <a:ext uri="{FF2B5EF4-FFF2-40B4-BE49-F238E27FC236}">
                <a16:creationId xmlns:a16="http://schemas.microsoft.com/office/drawing/2014/main" id="{2723CDD1-CAA7-D711-E7A4-3A7A261A0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32" y="584139"/>
            <a:ext cx="2934760" cy="221309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06AD43-C15E-65D2-6197-D3432A20E42B}"/>
              </a:ext>
            </a:extLst>
          </p:cNvPr>
          <p:cNvSpPr txBox="1"/>
          <p:nvPr/>
        </p:nvSpPr>
        <p:spPr>
          <a:xfrm>
            <a:off x="9202538" y="2900642"/>
            <a:ext cx="2705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https://oil-gas-demo.plotly.app/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9AB0CD-7345-D45A-22D3-229C1EF13549}"/>
              </a:ext>
            </a:extLst>
          </p:cNvPr>
          <p:cNvCxnSpPr>
            <a:cxnSpLocks/>
          </p:cNvCxnSpPr>
          <p:nvPr/>
        </p:nvCxnSpPr>
        <p:spPr>
          <a:xfrm flipV="1">
            <a:off x="7970520" y="3099816"/>
            <a:ext cx="816864" cy="829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35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7D2C-050D-8FEA-9AFA-293F7E877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jupyter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64F3C-D0D4-C458-A3C8-902134CBA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implemented with the Python library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ipywidgets</a:t>
            </a:r>
          </a:p>
          <a:p>
            <a:r>
              <a:rPr lang="en-US"/>
              <a:t>likely already installed if you’ve installed jupyter in your dst environment</a:t>
            </a:r>
          </a:p>
          <a:p>
            <a:pPr lvl="1"/>
            <a:r>
              <a:rPr lang="en-US"/>
              <a:t>if not or you have issues, run the following then restart jupyter lab: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pip install --upgrade jupyterlab ipywidgets jupyterlab_widgets</a:t>
            </a:r>
          </a:p>
          <a:p>
            <a:pPr marL="0" indent="0">
              <a:buNone/>
            </a:pPr>
            <a:endParaRPr lang="en-US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We will demo this through an example – 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ipywidgets_basics.ipynb</a:t>
            </a:r>
          </a:p>
          <a:p>
            <a:pPr marL="0" indent="0">
              <a:buNone/>
            </a:pPr>
            <a:endParaRPr lang="en-US" u="sng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u="sng">
                <a:cs typeface="Courier New" panose="02070309020205020404" pitchFamily="49" charset="0"/>
              </a:rPr>
              <a:t>See also</a:t>
            </a:r>
            <a:r>
              <a:rPr lang="en-US">
                <a:cs typeface="Courier New" panose="02070309020205020404" pitchFamily="49" charset="0"/>
              </a:rPr>
              <a:t>: </a:t>
            </a:r>
          </a:p>
          <a:p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https://ipywidgets.readthedocs.io/en/latest/</a:t>
            </a:r>
            <a:r>
              <a:rPr lang="en-US"/>
              <a:t> - Jupyter widgets documentation</a:t>
            </a:r>
          </a:p>
          <a:p>
            <a:r>
              <a:rPr lang="en-US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https://github.com/jupyter-widgets/tutorial/tree/main/notebooks</a:t>
            </a:r>
            <a:r>
              <a:rPr lang="en-US"/>
              <a:t> – useful, tutorials</a:t>
            </a:r>
          </a:p>
          <a:p>
            <a:r>
              <a:rPr lang="en-US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https://youtu.be/1vuI22MkkrY?si=TqsYFTmTY5hqM_74</a:t>
            </a:r>
            <a:r>
              <a:rPr lang="en-US"/>
              <a:t> scipy tutorial I attended</a:t>
            </a:r>
          </a:p>
          <a:p>
            <a:r>
              <a:rPr lang="en-US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https://github.com/JuanCab/COVID_DataViz</a:t>
            </a:r>
            <a:r>
              <a:rPr lang="en-US"/>
              <a:t> - COVID dashboard</a:t>
            </a:r>
          </a:p>
          <a:p>
            <a:r>
              <a:rPr lang="en-US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https://github.com/jupyter-widgets/ipydatagrid</a:t>
            </a:r>
            <a:r>
              <a:rPr lang="en-US"/>
              <a:t> add-on for data frame viewing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D3753-50A4-7D52-3E1C-789F71EB48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2959" y="382461"/>
            <a:ext cx="2230535" cy="197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0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6F1B-C13A-94A7-6BF7-3D259DF2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marimo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B50E-0E45-F884-E2B9-4003C1AAC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Python notebook with built-in reactivity</a:t>
            </a:r>
          </a:p>
          <a:p>
            <a:r>
              <a:rPr lang="en-US"/>
              <a:t>Cells update automatically when inputs change -&gt; No “run order” or hidden state issues</a:t>
            </a:r>
          </a:p>
          <a:p>
            <a:r>
              <a:rPr lang="en-US"/>
              <a:t>Has built-in UI elements (sliders, dropdowns) that are linked to functions in the notebook</a:t>
            </a:r>
          </a:p>
          <a:p>
            <a:r>
              <a:rPr lang="en-US"/>
              <a:t>Version-control friendly (e.g. git)</a:t>
            </a:r>
          </a:p>
          <a:p>
            <a:r>
              <a:rPr lang="en-US"/>
              <a:t>Human-readable source code (it’s Python)</a:t>
            </a:r>
          </a:p>
          <a:p>
            <a:r>
              <a:rPr lang="en-US"/>
              <a:t>Built-in sql support</a:t>
            </a:r>
          </a:p>
          <a:p>
            <a:pPr marL="0" indent="0">
              <a:buNone/>
            </a:pPr>
            <a:r>
              <a:rPr lang="en-US"/>
              <a:t>…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See:   </a:t>
            </a:r>
            <a:r>
              <a:rPr lang="en-US">
                <a:hlinkClick r:id="rId2"/>
              </a:rPr>
              <a:t>marimo | a next-generation Python notebook</a:t>
            </a: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484E5-3F66-9CA2-7789-D854BDE5F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95519"/>
            <a:ext cx="4588876" cy="1632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51C3C8-E8F6-5DD1-A2CF-1DC6FE5DD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710" y="3639312"/>
            <a:ext cx="2647610" cy="230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9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EC98-3319-3296-975F-4A941B5C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marimo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DE9AA-B2D4-7917-0AF9-CDF4B7AE9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2858" cy="4351338"/>
          </a:xfrm>
        </p:spPr>
        <p:txBody>
          <a:bodyPr/>
          <a:lstStyle/>
          <a:p>
            <a:r>
              <a:rPr lang="en-US" b="1"/>
              <a:t>To create notebooks:</a:t>
            </a:r>
            <a:endParaRPr lang="en-US"/>
          </a:p>
          <a:p>
            <a:pPr marL="0" indent="0">
              <a:buNone/>
            </a:pPr>
            <a:r>
              <a:rPr lang="en-US"/>
              <a:t>	marimo edit</a:t>
            </a:r>
          </a:p>
          <a:p>
            <a:r>
              <a:rPr lang="en-US" b="1"/>
              <a:t>To run </a:t>
            </a:r>
            <a:r>
              <a:rPr lang="en-US"/>
              <a:t>your notebook as a web app, with Python code hidden and uneditable:</a:t>
            </a:r>
          </a:p>
          <a:p>
            <a:pPr marL="0" indent="0">
              <a:buNone/>
            </a:pPr>
            <a:r>
              <a:rPr lang="en-US"/>
              <a:t>	marimo run your_notebook.py</a:t>
            </a:r>
          </a:p>
          <a:p>
            <a:r>
              <a:rPr lang="en-US"/>
              <a:t>See our example marimo notebook in the repo:  </a:t>
            </a:r>
            <a:r>
              <a:rPr lang="en-US">
                <a:latin typeface="Consolas" panose="020B0609020204030204" pitchFamily="49" charset="0"/>
              </a:rPr>
              <a:t>my_marimo_nb.py</a:t>
            </a:r>
            <a:endParaRPr lang="en-US">
              <a:latin typeface="Consolas" panose="020B0609020204030204" pitchFamily="49" charset="0"/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78444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421D-1647-B9A8-EB43-C182C03D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" y="-101219"/>
            <a:ext cx="10515600" cy="1325563"/>
          </a:xfrm>
        </p:spPr>
        <p:txBody>
          <a:bodyPr/>
          <a:lstStyle/>
          <a:p>
            <a:r>
              <a:rPr lang="en-US"/>
              <a:t>marimo (cont)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3D737-83BB-E06F-285D-A3958B17A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24" y="1224344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/>
              <a:t>slider example</a:t>
            </a:r>
          </a:p>
          <a:p>
            <a:pPr marL="457200" lvl="1" indent="0">
              <a:buNone/>
            </a:pPr>
            <a:r>
              <a:rPr lang="en-US" sz="2300">
                <a:latin typeface="Courier New" panose="02070309020205020404" pitchFamily="49" charset="0"/>
                <a:cs typeface="Courier New" panose="02070309020205020404" pitchFamily="49" charset="0"/>
              </a:rPr>
              <a:t>xx = mo.ui.slider(0, 10, value=2, label="Choose a number", 	show_value=True)</a:t>
            </a:r>
          </a:p>
          <a:p>
            <a:pPr marL="457200" lvl="1" indent="0">
              <a:buNone/>
            </a:pPr>
            <a:r>
              <a:rPr lang="en-US" sz="2300">
                <a:latin typeface="Courier New" panose="02070309020205020404" pitchFamily="49" charset="0"/>
                <a:cs typeface="Courier New" panose="02070309020205020404" pitchFamily="49" charset="0"/>
              </a:rPr>
              <a:t>def square(n):    </a:t>
            </a:r>
          </a:p>
          <a:p>
            <a:pPr marL="457200" lvl="1" indent="0">
              <a:buNone/>
            </a:pPr>
            <a:r>
              <a:rPr lang="en-US" sz="2300">
                <a:latin typeface="Courier New" panose="02070309020205020404" pitchFamily="49" charset="0"/>
                <a:cs typeface="Courier New" panose="02070309020205020404" pitchFamily="49" charset="0"/>
              </a:rPr>
              <a:t>	return n**2</a:t>
            </a:r>
          </a:p>
          <a:p>
            <a:pPr marL="457200" lvl="1" indent="0">
              <a:buNone/>
            </a:pPr>
            <a:r>
              <a:rPr lang="en-US" sz="2300">
                <a:latin typeface="Courier New" panose="02070309020205020404" pitchFamily="49" charset="0"/>
                <a:cs typeface="Courier New" panose="02070309020205020404" pitchFamily="49" charset="0"/>
              </a:rPr>
              <a:t>square(xx.value)</a:t>
            </a:r>
          </a:p>
          <a:p>
            <a:r>
              <a:rPr lang="en-US" b="1"/>
              <a:t>dataframe example</a:t>
            </a:r>
          </a:p>
          <a:p>
            <a:pPr lvl="1"/>
            <a:r>
              <a:rPr lang="en-US"/>
              <a:t>after importing calc1.csv into df …</a:t>
            </a:r>
          </a:p>
          <a:p>
            <a:pPr lvl="1"/>
            <a:r>
              <a:rPr lang="en-US" b="1"/>
              <a:t>filtering  </a:t>
            </a:r>
            <a:r>
              <a:rPr lang="en-US"/>
              <a:t>- create dropdown for column, </a:t>
            </a:r>
          </a:p>
          <a:p>
            <a:pPr marL="457200" lvl="1" indent="0">
              <a:buNone/>
            </a:pPr>
            <a:r>
              <a:rPr lang="en-US"/>
              <a:t>   slider for threshold</a:t>
            </a:r>
          </a:p>
          <a:p>
            <a:pPr marL="457200" lvl="1" indent="0">
              <a:buNone/>
            </a:pPr>
            <a:r>
              <a:rPr lang="en-US"/>
              <a:t>   then</a:t>
            </a:r>
          </a:p>
          <a:p>
            <a:pPr marL="457200" lvl="1" indent="0">
              <a:buNone/>
            </a:pPr>
            <a:r>
              <a:rPr lang="en-US"/>
              <a:t>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filtered = df0[df0[col.value] &gt;= threshold.value] </a:t>
            </a:r>
          </a:p>
          <a:p>
            <a:pPr lvl="1"/>
            <a:r>
              <a:rPr lang="en-US" b="1"/>
              <a:t>plot histogram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F9577-9DAF-86C5-EED3-D51321BEB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638" y="3052827"/>
            <a:ext cx="4774162" cy="1338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7D4FD6-C6C5-85CC-074A-CF9A83F42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976" y="5274300"/>
            <a:ext cx="3839111" cy="1047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AF2D97-ADAF-24EF-8BFE-0C5E65719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224" y="5140171"/>
            <a:ext cx="1661718" cy="131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4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EFFD-7C9D-C489-4B35-26D544A7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marimo (cont)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5551A-1847-D094-E114-5482EADC7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Column selection</a:t>
            </a:r>
          </a:p>
          <a:p>
            <a:pPr marL="914400" lvl="2" indent="0"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df = pd.read_csv('trans-atlantic1599.csv’)</a:t>
            </a:r>
          </a:p>
          <a:p>
            <a:pPr marL="914400" lvl="2" indent="0"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cols = mo.ui.dropdown(options=df.columns, label="Category")</a:t>
            </a:r>
          </a:p>
          <a:p>
            <a:pPr lvl="1"/>
            <a:r>
              <a:rPr lang="en-US"/>
              <a:t>then</a:t>
            </a:r>
          </a:p>
          <a:p>
            <a:pPr marL="914400" lvl="2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counts = df[cols.value].value_counts()</a:t>
            </a:r>
          </a:p>
          <a:p>
            <a:pPr marL="914400" lvl="2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plt.figure()counts.plot(kind="bar")</a:t>
            </a:r>
          </a:p>
          <a:p>
            <a:pPr marL="914400" lvl="2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plt.title(f"Counts of {col.value}")</a:t>
            </a:r>
          </a:p>
          <a:p>
            <a:pPr marL="914400" lvl="2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plt.ylabel("Count")</a:t>
            </a:r>
          </a:p>
          <a:p>
            <a:pPr marL="914400" lvl="2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plt.show()</a:t>
            </a:r>
          </a:p>
          <a:p>
            <a:pPr lvl="1"/>
            <a:endParaRPr lang="en-US"/>
          </a:p>
          <a:p>
            <a:pPr marL="0" indent="0">
              <a:buNone/>
            </a:pPr>
            <a:r>
              <a:rPr lang="en-US"/>
              <a:t>we get a dynamically updating bar chart for categorical variables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0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E31B-24D9-C01E-55B0-CA4CC38EC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info on marimo…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42A0D-941E-D1B4-B8C2-0062206E8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https://marimo.io/</a:t>
            </a:r>
            <a:endParaRPr lang="en-US"/>
          </a:p>
          <a:p>
            <a:r>
              <a:rPr lang="en-US">
                <a:hlinkClick r:id="rId3"/>
              </a:rPr>
              <a:t>https://realpython.com/marimo-notebook/</a:t>
            </a:r>
            <a:r>
              <a:rPr lang="en-US"/>
              <a:t> -  good tutorial</a:t>
            </a:r>
          </a:p>
          <a:p>
            <a:r>
              <a:rPr lang="en-US">
                <a:hlinkClick r:id="rId4"/>
              </a:rPr>
              <a:t>https://talkpython.fm/episodes/show/501/marimo-reactive-notebooks-for-python</a:t>
            </a:r>
            <a:r>
              <a:rPr lang="en-US"/>
              <a:t> - good Python podcast</a:t>
            </a:r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46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5505</TotalTime>
  <Words>783</Words>
  <Application>Microsoft Office PowerPoint</Application>
  <PresentationFormat>Widescreen</PresentationFormat>
  <Paragraphs>97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Courier New</vt:lpstr>
      <vt:lpstr>Office Theme</vt:lpstr>
      <vt:lpstr>Widgets and Dashboards</vt:lpstr>
      <vt:lpstr>Dashboards</vt:lpstr>
      <vt:lpstr>PowerPoint Presentation</vt:lpstr>
      <vt:lpstr>Overview of platforms/tools</vt:lpstr>
      <vt:lpstr>jupyter widgets</vt:lpstr>
      <vt:lpstr>marimo</vt:lpstr>
      <vt:lpstr>Using marimo</vt:lpstr>
      <vt:lpstr>marimo (cont)</vt:lpstr>
      <vt:lpstr>marimo (cont)</vt:lpstr>
      <vt:lpstr>More info on marimo…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2026-04-10T14:39:35Z</dcterms:created>
  <dcterms:modified xsi:type="dcterms:W3CDTF">2026-04-15T16:55:15Z</dcterms:modified>
</cp:coreProperties>
</file>