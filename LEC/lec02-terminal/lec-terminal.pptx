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70" r:id="rId7"/>
    <p:sldId id="266" r:id="rId8"/>
    <p:sldId id="267" r:id="rId9"/>
    <p:sldId id="263" r:id="rId10"/>
    <p:sldId id="265" r:id="rId11"/>
    <p:sldId id="264" r:id="rId12"/>
    <p:sldId id="261" r:id="rId13"/>
    <p:sldId id="268" r:id="rId14"/>
    <p:sldId id="262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356FB7-4FFD-41E9-A145-D156D9E2A57E}" v="86" dt="2026-01-21T18:45:18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modSld sldOrd">
      <pc:chgData name="Frommer, Ian Dr. (EDU)" userId="28ca3ff0-544f-450a-928b-99e19cf49b89" providerId="ADAL" clId="{FDDA6EB0-4FD6-4516-ACA5-A4CAC6441DA7}" dt="2026-01-21T18:45:22.445" v="2893" actId="20577"/>
      <pc:docMkLst>
        <pc:docMk/>
      </pc:docMkLst>
      <pc:sldChg chg="modSp new mod">
        <pc:chgData name="Frommer, Ian Dr. (EDU)" userId="28ca3ff0-544f-450a-928b-99e19cf49b89" providerId="ADAL" clId="{FDDA6EB0-4FD6-4516-ACA5-A4CAC6441DA7}" dt="2026-01-21T17:52:48.675" v="70" actId="20577"/>
        <pc:sldMkLst>
          <pc:docMk/>
          <pc:sldMk cId="1807426261" sldId="256"/>
        </pc:sldMkLst>
        <pc:spChg chg="mod">
          <ac:chgData name="Frommer, Ian Dr. (EDU)" userId="28ca3ff0-544f-450a-928b-99e19cf49b89" providerId="ADAL" clId="{FDDA6EB0-4FD6-4516-ACA5-A4CAC6441DA7}" dt="2026-01-21T17:52:30.419" v="38" actId="20577"/>
          <ac:spMkLst>
            <pc:docMk/>
            <pc:sldMk cId="1807426261" sldId="256"/>
            <ac:spMk id="2" creationId="{8D72A824-9EF7-DBC9-BB3D-CB5724E4B3B7}"/>
          </ac:spMkLst>
        </pc:spChg>
        <pc:spChg chg="mod">
          <ac:chgData name="Frommer, Ian Dr. (EDU)" userId="28ca3ff0-544f-450a-928b-99e19cf49b89" providerId="ADAL" clId="{FDDA6EB0-4FD6-4516-ACA5-A4CAC6441DA7}" dt="2026-01-21T17:52:48.675" v="70" actId="20577"/>
          <ac:spMkLst>
            <pc:docMk/>
            <pc:sldMk cId="1807426261" sldId="256"/>
            <ac:spMk id="3" creationId="{025F785E-8F69-8E1A-4E99-0135AD015648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1-21T18:13:40.422" v="990" actId="403"/>
        <pc:sldMkLst>
          <pc:docMk/>
          <pc:sldMk cId="1298452857" sldId="257"/>
        </pc:sldMkLst>
        <pc:spChg chg="mod">
          <ac:chgData name="Frommer, Ian Dr. (EDU)" userId="28ca3ff0-544f-450a-928b-99e19cf49b89" providerId="ADAL" clId="{FDDA6EB0-4FD6-4516-ACA5-A4CAC6441DA7}" dt="2026-01-21T18:07:35.351" v="738" actId="1036"/>
          <ac:spMkLst>
            <pc:docMk/>
            <pc:sldMk cId="1298452857" sldId="257"/>
            <ac:spMk id="2" creationId="{D5CFAA3F-F28F-5357-31AD-43AAD9CA6ADB}"/>
          </ac:spMkLst>
        </pc:spChg>
        <pc:spChg chg="mod">
          <ac:chgData name="Frommer, Ian Dr. (EDU)" userId="28ca3ff0-544f-450a-928b-99e19cf49b89" providerId="ADAL" clId="{FDDA6EB0-4FD6-4516-ACA5-A4CAC6441DA7}" dt="2026-01-21T18:07:35.351" v="738" actId="1036"/>
          <ac:spMkLst>
            <pc:docMk/>
            <pc:sldMk cId="1298452857" sldId="257"/>
            <ac:spMk id="3" creationId="{AA76E796-1FA6-EEFE-1663-FDDE7687044F}"/>
          </ac:spMkLst>
        </pc:spChg>
        <pc:spChg chg="add mod">
          <ac:chgData name="Frommer, Ian Dr. (EDU)" userId="28ca3ff0-544f-450a-928b-99e19cf49b89" providerId="ADAL" clId="{FDDA6EB0-4FD6-4516-ACA5-A4CAC6441DA7}" dt="2026-01-21T18:02:25.161" v="483" actId="20577"/>
          <ac:spMkLst>
            <pc:docMk/>
            <pc:sldMk cId="1298452857" sldId="257"/>
            <ac:spMk id="6" creationId="{7AF9705B-6AA7-ED12-3729-BCFBBA0B7261}"/>
          </ac:spMkLst>
        </pc:spChg>
        <pc:spChg chg="add mod">
          <ac:chgData name="Frommer, Ian Dr. (EDU)" userId="28ca3ff0-544f-450a-928b-99e19cf49b89" providerId="ADAL" clId="{FDDA6EB0-4FD6-4516-ACA5-A4CAC6441DA7}" dt="2026-01-21T18:13:40.422" v="990" actId="403"/>
          <ac:spMkLst>
            <pc:docMk/>
            <pc:sldMk cId="1298452857" sldId="257"/>
            <ac:spMk id="8" creationId="{19C05F23-3E3B-4850-75D8-F9B3875C5037}"/>
          </ac:spMkLst>
        </pc:spChg>
        <pc:picChg chg="add mod">
          <ac:chgData name="Frommer, Ian Dr. (EDU)" userId="28ca3ff0-544f-450a-928b-99e19cf49b89" providerId="ADAL" clId="{FDDA6EB0-4FD6-4516-ACA5-A4CAC6441DA7}" dt="2026-01-21T18:02:48.347" v="491" actId="1076"/>
          <ac:picMkLst>
            <pc:docMk/>
            <pc:sldMk cId="1298452857" sldId="257"/>
            <ac:picMk id="5" creationId="{F4F6AA6C-42EB-CB88-72C9-225EE82A26B3}"/>
          </ac:picMkLst>
        </pc:picChg>
      </pc:sldChg>
      <pc:sldChg chg="addSp modSp new mod">
        <pc:chgData name="Frommer, Ian Dr. (EDU)" userId="28ca3ff0-544f-450a-928b-99e19cf49b89" providerId="ADAL" clId="{FDDA6EB0-4FD6-4516-ACA5-A4CAC6441DA7}" dt="2026-01-21T18:06:56.350" v="704" actId="20577"/>
        <pc:sldMkLst>
          <pc:docMk/>
          <pc:sldMk cId="2182813722" sldId="258"/>
        </pc:sldMkLst>
        <pc:spChg chg="mod">
          <ac:chgData name="Frommer, Ian Dr. (EDU)" userId="28ca3ff0-544f-450a-928b-99e19cf49b89" providerId="ADAL" clId="{FDDA6EB0-4FD6-4516-ACA5-A4CAC6441DA7}" dt="2026-01-21T18:06:56.350" v="704" actId="20577"/>
          <ac:spMkLst>
            <pc:docMk/>
            <pc:sldMk cId="2182813722" sldId="258"/>
            <ac:spMk id="2" creationId="{CDEC38BB-1F81-1172-7D61-643E918D7037}"/>
          </ac:spMkLst>
        </pc:spChg>
        <pc:spChg chg="mod">
          <ac:chgData name="Frommer, Ian Dr. (EDU)" userId="28ca3ff0-544f-450a-928b-99e19cf49b89" providerId="ADAL" clId="{FDDA6EB0-4FD6-4516-ACA5-A4CAC6441DA7}" dt="2026-01-21T18:06:52.297" v="702" actId="113"/>
          <ac:spMkLst>
            <pc:docMk/>
            <pc:sldMk cId="2182813722" sldId="258"/>
            <ac:spMk id="3" creationId="{C9492F48-BFE5-2C16-7395-4F8C5F1464EA}"/>
          </ac:spMkLst>
        </pc:spChg>
        <pc:picChg chg="add mod">
          <ac:chgData name="Frommer, Ian Dr. (EDU)" userId="28ca3ff0-544f-450a-928b-99e19cf49b89" providerId="ADAL" clId="{FDDA6EB0-4FD6-4516-ACA5-A4CAC6441DA7}" dt="2026-01-21T18:06:09.273" v="663" actId="1076"/>
          <ac:picMkLst>
            <pc:docMk/>
            <pc:sldMk cId="2182813722" sldId="258"/>
            <ac:picMk id="4" creationId="{DCF246DE-B165-8441-BCDF-917D4B04625C}"/>
          </ac:picMkLst>
        </pc:picChg>
      </pc:sldChg>
      <pc:sldChg chg="modSp new mod">
        <pc:chgData name="Frommer, Ian Dr. (EDU)" userId="28ca3ff0-544f-450a-928b-99e19cf49b89" providerId="ADAL" clId="{FDDA6EB0-4FD6-4516-ACA5-A4CAC6441DA7}" dt="2026-01-21T18:08:23.419" v="750"/>
        <pc:sldMkLst>
          <pc:docMk/>
          <pc:sldMk cId="3168857703" sldId="259"/>
        </pc:sldMkLst>
        <pc:spChg chg="mod">
          <ac:chgData name="Frommer, Ian Dr. (EDU)" userId="28ca3ff0-544f-450a-928b-99e19cf49b89" providerId="ADAL" clId="{FDDA6EB0-4FD6-4516-ACA5-A4CAC6441DA7}" dt="2026-01-21T18:08:07.091" v="748" actId="20577"/>
          <ac:spMkLst>
            <pc:docMk/>
            <pc:sldMk cId="3168857703" sldId="259"/>
            <ac:spMk id="2" creationId="{B191B923-971B-8F81-0492-33239EBD93CC}"/>
          </ac:spMkLst>
        </pc:spChg>
        <pc:spChg chg="mod">
          <ac:chgData name="Frommer, Ian Dr. (EDU)" userId="28ca3ff0-544f-450a-928b-99e19cf49b89" providerId="ADAL" clId="{FDDA6EB0-4FD6-4516-ACA5-A4CAC6441DA7}" dt="2026-01-21T18:08:23.419" v="750"/>
          <ac:spMkLst>
            <pc:docMk/>
            <pc:sldMk cId="3168857703" sldId="259"/>
            <ac:spMk id="3" creationId="{281CDAFB-8168-EDBB-527E-51CD41ADA078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1-21T18:19:12.622" v="1463" actId="20577"/>
        <pc:sldMkLst>
          <pc:docMk/>
          <pc:sldMk cId="2460399483" sldId="260"/>
        </pc:sldMkLst>
        <pc:spChg chg="mod">
          <ac:chgData name="Frommer, Ian Dr. (EDU)" userId="28ca3ff0-544f-450a-928b-99e19cf49b89" providerId="ADAL" clId="{FDDA6EB0-4FD6-4516-ACA5-A4CAC6441DA7}" dt="2026-01-21T18:08:59.264" v="770" actId="20577"/>
          <ac:spMkLst>
            <pc:docMk/>
            <pc:sldMk cId="2460399483" sldId="260"/>
            <ac:spMk id="2" creationId="{6F8FF2E4-3B7A-DF99-520D-B4A66178F57F}"/>
          </ac:spMkLst>
        </pc:spChg>
        <pc:spChg chg="mod">
          <ac:chgData name="Frommer, Ian Dr. (EDU)" userId="28ca3ff0-544f-450a-928b-99e19cf49b89" providerId="ADAL" clId="{FDDA6EB0-4FD6-4516-ACA5-A4CAC6441DA7}" dt="2026-01-21T18:19:12.622" v="1463" actId="20577"/>
          <ac:spMkLst>
            <pc:docMk/>
            <pc:sldMk cId="2460399483" sldId="260"/>
            <ac:spMk id="3" creationId="{765B0F78-FD19-1C9A-AB56-803FBB99B9CA}"/>
          </ac:spMkLst>
        </pc:spChg>
        <pc:picChg chg="add mod">
          <ac:chgData name="Frommer, Ian Dr. (EDU)" userId="28ca3ff0-544f-450a-928b-99e19cf49b89" providerId="ADAL" clId="{FDDA6EB0-4FD6-4516-ACA5-A4CAC6441DA7}" dt="2026-01-21T18:16:37.062" v="1338" actId="1076"/>
          <ac:picMkLst>
            <pc:docMk/>
            <pc:sldMk cId="2460399483" sldId="260"/>
            <ac:picMk id="5" creationId="{24D99AB1-21FF-5E54-43F2-C5B97A3BF84C}"/>
          </ac:picMkLst>
        </pc:picChg>
      </pc:sldChg>
      <pc:sldChg chg="modSp new mod ord">
        <pc:chgData name="Frommer, Ian Dr. (EDU)" userId="28ca3ff0-544f-450a-928b-99e19cf49b89" providerId="ADAL" clId="{FDDA6EB0-4FD6-4516-ACA5-A4CAC6441DA7}" dt="2026-01-21T18:45:22.445" v="2893" actId="20577"/>
        <pc:sldMkLst>
          <pc:docMk/>
          <pc:sldMk cId="2998040692" sldId="261"/>
        </pc:sldMkLst>
        <pc:spChg chg="mod">
          <ac:chgData name="Frommer, Ian Dr. (EDU)" userId="28ca3ff0-544f-450a-928b-99e19cf49b89" providerId="ADAL" clId="{FDDA6EB0-4FD6-4516-ACA5-A4CAC6441DA7}" dt="2026-01-21T18:09:25.368" v="799" actId="20577"/>
          <ac:spMkLst>
            <pc:docMk/>
            <pc:sldMk cId="2998040692" sldId="261"/>
            <ac:spMk id="2" creationId="{8FBA96BB-DAD0-18AB-ECDE-EEF36016D6A8}"/>
          </ac:spMkLst>
        </pc:spChg>
        <pc:spChg chg="mod">
          <ac:chgData name="Frommer, Ian Dr. (EDU)" userId="28ca3ff0-544f-450a-928b-99e19cf49b89" providerId="ADAL" clId="{FDDA6EB0-4FD6-4516-ACA5-A4CAC6441DA7}" dt="2026-01-21T18:45:22.445" v="2893" actId="20577"/>
          <ac:spMkLst>
            <pc:docMk/>
            <pc:sldMk cId="2998040692" sldId="261"/>
            <ac:spMk id="3" creationId="{0480A58B-B30A-ED09-CA28-D8362A7E67F2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41:23.490" v="2745" actId="6549"/>
        <pc:sldMkLst>
          <pc:docMk/>
          <pc:sldMk cId="192738591" sldId="262"/>
        </pc:sldMkLst>
        <pc:spChg chg="mod">
          <ac:chgData name="Frommer, Ian Dr. (EDU)" userId="28ca3ff0-544f-450a-928b-99e19cf49b89" providerId="ADAL" clId="{FDDA6EB0-4FD6-4516-ACA5-A4CAC6441DA7}" dt="2026-01-21T18:40:46.309" v="2666" actId="20577"/>
          <ac:spMkLst>
            <pc:docMk/>
            <pc:sldMk cId="192738591" sldId="262"/>
            <ac:spMk id="2" creationId="{748D32EC-3E95-DEEB-B2CC-F03B2F2D00AC}"/>
          </ac:spMkLst>
        </pc:spChg>
        <pc:spChg chg="mod">
          <ac:chgData name="Frommer, Ian Dr. (EDU)" userId="28ca3ff0-544f-450a-928b-99e19cf49b89" providerId="ADAL" clId="{FDDA6EB0-4FD6-4516-ACA5-A4CAC6441DA7}" dt="2026-01-21T18:41:23.490" v="2745" actId="6549"/>
          <ac:spMkLst>
            <pc:docMk/>
            <pc:sldMk cId="192738591" sldId="262"/>
            <ac:spMk id="3" creationId="{0D314E6B-415F-2056-69B8-9AEA35983F0E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33:27.345" v="2199" actId="20577"/>
        <pc:sldMkLst>
          <pc:docMk/>
          <pc:sldMk cId="1377358092" sldId="263"/>
        </pc:sldMkLst>
        <pc:spChg chg="mod">
          <ac:chgData name="Frommer, Ian Dr. (EDU)" userId="28ca3ff0-544f-450a-928b-99e19cf49b89" providerId="ADAL" clId="{FDDA6EB0-4FD6-4516-ACA5-A4CAC6441DA7}" dt="2026-01-21T18:11:05.095" v="837" actId="20577"/>
          <ac:spMkLst>
            <pc:docMk/>
            <pc:sldMk cId="1377358092" sldId="263"/>
            <ac:spMk id="2" creationId="{AB170A06-9866-FCE0-89D3-99855D552D7F}"/>
          </ac:spMkLst>
        </pc:spChg>
        <pc:spChg chg="mod">
          <ac:chgData name="Frommer, Ian Dr. (EDU)" userId="28ca3ff0-544f-450a-928b-99e19cf49b89" providerId="ADAL" clId="{FDDA6EB0-4FD6-4516-ACA5-A4CAC6441DA7}" dt="2026-01-21T18:33:27.345" v="2199" actId="20577"/>
          <ac:spMkLst>
            <pc:docMk/>
            <pc:sldMk cId="1377358092" sldId="263"/>
            <ac:spMk id="3" creationId="{252A7135-2267-4D67-C38E-D525A2276010}"/>
          </ac:spMkLst>
        </pc:spChg>
      </pc:sldChg>
      <pc:sldChg chg="addSp modSp new mod ord">
        <pc:chgData name="Frommer, Ian Dr. (EDU)" userId="28ca3ff0-544f-450a-928b-99e19cf49b89" providerId="ADAL" clId="{FDDA6EB0-4FD6-4516-ACA5-A4CAC6441DA7}" dt="2026-01-21T18:40:23.487" v="2646" actId="1076"/>
        <pc:sldMkLst>
          <pc:docMk/>
          <pc:sldMk cId="3255891261" sldId="264"/>
        </pc:sldMkLst>
        <pc:spChg chg="mod">
          <ac:chgData name="Frommer, Ian Dr. (EDU)" userId="28ca3ff0-544f-450a-928b-99e19cf49b89" providerId="ADAL" clId="{FDDA6EB0-4FD6-4516-ACA5-A4CAC6441DA7}" dt="2026-01-21T18:11:19.276" v="856" actId="20577"/>
          <ac:spMkLst>
            <pc:docMk/>
            <pc:sldMk cId="3255891261" sldId="264"/>
            <ac:spMk id="2" creationId="{BD4C9349-33F5-B663-233C-168BF453301B}"/>
          </ac:spMkLst>
        </pc:spChg>
        <pc:spChg chg="mod">
          <ac:chgData name="Frommer, Ian Dr. (EDU)" userId="28ca3ff0-544f-450a-928b-99e19cf49b89" providerId="ADAL" clId="{FDDA6EB0-4FD6-4516-ACA5-A4CAC6441DA7}" dt="2026-01-21T18:40:22.365" v="2645" actId="14100"/>
          <ac:spMkLst>
            <pc:docMk/>
            <pc:sldMk cId="3255891261" sldId="264"/>
            <ac:spMk id="3" creationId="{A5715493-F678-5A56-65B1-6BF26BB5319C}"/>
          </ac:spMkLst>
        </pc:spChg>
        <pc:picChg chg="add mod">
          <ac:chgData name="Frommer, Ian Dr. (EDU)" userId="28ca3ff0-544f-450a-928b-99e19cf49b89" providerId="ADAL" clId="{FDDA6EB0-4FD6-4516-ACA5-A4CAC6441DA7}" dt="2026-01-21T18:40:23.487" v="2646" actId="1076"/>
          <ac:picMkLst>
            <pc:docMk/>
            <pc:sldMk cId="3255891261" sldId="264"/>
            <ac:picMk id="5" creationId="{E4BA7282-2B05-5416-3407-ADFBB2854810}"/>
          </ac:picMkLst>
        </pc:picChg>
      </pc:sldChg>
      <pc:sldChg chg="modSp new mod">
        <pc:chgData name="Frommer, Ian Dr. (EDU)" userId="28ca3ff0-544f-450a-928b-99e19cf49b89" providerId="ADAL" clId="{FDDA6EB0-4FD6-4516-ACA5-A4CAC6441DA7}" dt="2026-01-21T18:38:17.146" v="2531" actId="5793"/>
        <pc:sldMkLst>
          <pc:docMk/>
          <pc:sldMk cId="3361148891" sldId="265"/>
        </pc:sldMkLst>
        <pc:spChg chg="mod">
          <ac:chgData name="Frommer, Ian Dr. (EDU)" userId="28ca3ff0-544f-450a-928b-99e19cf49b89" providerId="ADAL" clId="{FDDA6EB0-4FD6-4516-ACA5-A4CAC6441DA7}" dt="2026-01-21T18:11:50.413" v="947" actId="20577"/>
          <ac:spMkLst>
            <pc:docMk/>
            <pc:sldMk cId="3361148891" sldId="265"/>
            <ac:spMk id="2" creationId="{7068C632-9E4F-B780-5779-B533F77BC0C5}"/>
          </ac:spMkLst>
        </pc:spChg>
        <pc:spChg chg="mod">
          <ac:chgData name="Frommer, Ian Dr. (EDU)" userId="28ca3ff0-544f-450a-928b-99e19cf49b89" providerId="ADAL" clId="{FDDA6EB0-4FD6-4516-ACA5-A4CAC6441DA7}" dt="2026-01-21T18:38:17.146" v="2531" actId="5793"/>
          <ac:spMkLst>
            <pc:docMk/>
            <pc:sldMk cId="3361148891" sldId="265"/>
            <ac:spMk id="3" creationId="{48A9977F-C7A2-A423-3FB1-2F4BAC0D7990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28:48.977" v="2168" actId="20577"/>
        <pc:sldMkLst>
          <pc:docMk/>
          <pc:sldMk cId="224969266" sldId="266"/>
        </pc:sldMkLst>
        <pc:spChg chg="mod">
          <ac:chgData name="Frommer, Ian Dr. (EDU)" userId="28ca3ff0-544f-450a-928b-99e19cf49b89" providerId="ADAL" clId="{FDDA6EB0-4FD6-4516-ACA5-A4CAC6441DA7}" dt="2026-01-21T18:12:30.641" v="966"/>
          <ac:spMkLst>
            <pc:docMk/>
            <pc:sldMk cId="224969266" sldId="266"/>
            <ac:spMk id="2" creationId="{2990C4E2-9D5B-2DC9-E124-5CE32B37E3BC}"/>
          </ac:spMkLst>
        </pc:spChg>
        <pc:spChg chg="mod">
          <ac:chgData name="Frommer, Ian Dr. (EDU)" userId="28ca3ff0-544f-450a-928b-99e19cf49b89" providerId="ADAL" clId="{FDDA6EB0-4FD6-4516-ACA5-A4CAC6441DA7}" dt="2026-01-21T18:28:48.977" v="2168" actId="20577"/>
          <ac:spMkLst>
            <pc:docMk/>
            <pc:sldMk cId="224969266" sldId="266"/>
            <ac:spMk id="3" creationId="{712DAB22-9A20-C888-FA69-991A32745C17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28:26.337" v="2167" actId="27636"/>
        <pc:sldMkLst>
          <pc:docMk/>
          <pc:sldMk cId="103376206" sldId="267"/>
        </pc:sldMkLst>
        <pc:spChg chg="mod">
          <ac:chgData name="Frommer, Ian Dr. (EDU)" userId="28ca3ff0-544f-450a-928b-99e19cf49b89" providerId="ADAL" clId="{FDDA6EB0-4FD6-4516-ACA5-A4CAC6441DA7}" dt="2026-01-21T18:12:24.017" v="964" actId="20577"/>
          <ac:spMkLst>
            <pc:docMk/>
            <pc:sldMk cId="103376206" sldId="267"/>
            <ac:spMk id="2" creationId="{E2298A49-AECC-C57C-2C72-DC7C074B1ED6}"/>
          </ac:spMkLst>
        </pc:spChg>
        <pc:spChg chg="mod">
          <ac:chgData name="Frommer, Ian Dr. (EDU)" userId="28ca3ff0-544f-450a-928b-99e19cf49b89" providerId="ADAL" clId="{FDDA6EB0-4FD6-4516-ACA5-A4CAC6441DA7}" dt="2026-01-21T18:28:26.337" v="2167" actId="27636"/>
          <ac:spMkLst>
            <pc:docMk/>
            <pc:sldMk cId="103376206" sldId="267"/>
            <ac:spMk id="3" creationId="{7394D9C0-B0B0-C2B9-46D6-BD4AB1154DD7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25:15.474" v="2083" actId="20577"/>
        <pc:sldMkLst>
          <pc:docMk/>
          <pc:sldMk cId="3917157984" sldId="268"/>
        </pc:sldMkLst>
        <pc:spChg chg="mod">
          <ac:chgData name="Frommer, Ian Dr. (EDU)" userId="28ca3ff0-544f-450a-928b-99e19cf49b89" providerId="ADAL" clId="{FDDA6EB0-4FD6-4516-ACA5-A4CAC6441DA7}" dt="2026-01-21T18:13:07.968" v="984" actId="20577"/>
          <ac:spMkLst>
            <pc:docMk/>
            <pc:sldMk cId="3917157984" sldId="268"/>
            <ac:spMk id="2" creationId="{8C6F26FD-CA91-B483-F16C-357CAF5AF085}"/>
          </ac:spMkLst>
        </pc:spChg>
        <pc:spChg chg="mod">
          <ac:chgData name="Frommer, Ian Dr. (EDU)" userId="28ca3ff0-544f-450a-928b-99e19cf49b89" providerId="ADAL" clId="{FDDA6EB0-4FD6-4516-ACA5-A4CAC6441DA7}" dt="2026-01-21T18:25:15.474" v="2083" actId="20577"/>
          <ac:spMkLst>
            <pc:docMk/>
            <pc:sldMk cId="3917157984" sldId="268"/>
            <ac:spMk id="3" creationId="{2DD2A88B-D686-4F57-D149-09CCE9EAB9E9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22:11.725" v="1950" actId="20577"/>
        <pc:sldMkLst>
          <pc:docMk/>
          <pc:sldMk cId="2954828385" sldId="269"/>
        </pc:sldMkLst>
        <pc:spChg chg="mod">
          <ac:chgData name="Frommer, Ian Dr. (EDU)" userId="28ca3ff0-544f-450a-928b-99e19cf49b89" providerId="ADAL" clId="{FDDA6EB0-4FD6-4516-ACA5-A4CAC6441DA7}" dt="2026-01-21T18:16:25.577" v="1335" actId="20577"/>
          <ac:spMkLst>
            <pc:docMk/>
            <pc:sldMk cId="2954828385" sldId="269"/>
            <ac:spMk id="2" creationId="{6DFBF8AB-D796-3DB4-3FC4-0D93B5C7B072}"/>
          </ac:spMkLst>
        </pc:spChg>
        <pc:spChg chg="mod">
          <ac:chgData name="Frommer, Ian Dr. (EDU)" userId="28ca3ff0-544f-450a-928b-99e19cf49b89" providerId="ADAL" clId="{FDDA6EB0-4FD6-4516-ACA5-A4CAC6441DA7}" dt="2026-01-21T18:22:11.725" v="1950" actId="20577"/>
          <ac:spMkLst>
            <pc:docMk/>
            <pc:sldMk cId="2954828385" sldId="269"/>
            <ac:spMk id="3" creationId="{8D5A40B4-3E7B-AD23-DF46-0A4E13E2323B}"/>
          </ac:spMkLst>
        </pc:spChg>
      </pc:sldChg>
      <pc:sldChg chg="modSp new mod">
        <pc:chgData name="Frommer, Ian Dr. (EDU)" userId="28ca3ff0-544f-450a-928b-99e19cf49b89" providerId="ADAL" clId="{FDDA6EB0-4FD6-4516-ACA5-A4CAC6441DA7}" dt="2026-01-21T18:22:55.885" v="1998" actId="5793"/>
        <pc:sldMkLst>
          <pc:docMk/>
          <pc:sldMk cId="3982572132" sldId="270"/>
        </pc:sldMkLst>
        <pc:spChg chg="mod">
          <ac:chgData name="Frommer, Ian Dr. (EDU)" userId="28ca3ff0-544f-450a-928b-99e19cf49b89" providerId="ADAL" clId="{FDDA6EB0-4FD6-4516-ACA5-A4CAC6441DA7}" dt="2026-01-21T18:22:32.665" v="1952"/>
          <ac:spMkLst>
            <pc:docMk/>
            <pc:sldMk cId="3982572132" sldId="270"/>
            <ac:spMk id="2" creationId="{5C747711-EDD3-3C6D-D55C-980197E59DB8}"/>
          </ac:spMkLst>
        </pc:spChg>
        <pc:spChg chg="mod">
          <ac:chgData name="Frommer, Ian Dr. (EDU)" userId="28ca3ff0-544f-450a-928b-99e19cf49b89" providerId="ADAL" clId="{FDDA6EB0-4FD6-4516-ACA5-A4CAC6441DA7}" dt="2026-01-21T18:22:55.885" v="1998" actId="5793"/>
          <ac:spMkLst>
            <pc:docMk/>
            <pc:sldMk cId="3982572132" sldId="270"/>
            <ac:spMk id="3" creationId="{33842BA3-F5AB-3D6C-C77F-96060859C6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86D1-48BD-0A78-B9D4-7425F3E6A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A03B2-70E1-1C05-C96C-98167A262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36ED-B656-5FDF-356A-F1F87897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FA83-639A-30FD-700C-A50BC510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F6E40-546A-73A7-AAF0-ECBA55F6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2589-D316-41CD-88BE-EEC924F7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0A6C-0027-1905-914C-A822B616A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7F8F7-7AB1-FCFD-EB4D-20D7CAB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8BA93-2128-611E-AE7A-6992E1A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6EAB2-0E76-E46E-36CD-2A62CF39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7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6431-D9F0-7515-7AF5-CDC71BDB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BF00C-1490-E639-16C2-133AFE789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F6BC1-93F1-084D-959B-FDBE4C42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2609-3451-1344-7849-85B9D434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4E5E-192E-F712-344A-29762E98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8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A2B45-7CB8-5688-892A-50E449A2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2B4B-62CA-EE14-C9AE-E8BF7936A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2CCF5-832B-442E-6746-EC44C7D83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B24AA-590B-675E-D955-B2CAA108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D850D-12FF-9D8E-16EA-EB0B6C6E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7F5EE-2CCE-D03E-2A97-B7C21FAD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1B9B-A1C8-9FFA-931A-6BF977BB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E8480-5944-D198-C6F8-5BF30EE52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332E1-C48B-4B01-271A-A1B5F1315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96F69-BDF9-AB33-DBA4-0A90AB0BD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A6679-6ADF-15D5-0DC6-40A71602F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57899-DE72-1257-C8D2-26E90193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4561-BA45-D483-763D-9E53018F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C8806-CE78-8295-F3B7-C09D25D2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6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5051-3FED-BACC-E7E7-9A788ED6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86C3D-E262-05C8-FCB7-259585C9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E7F61-E994-6A0D-B4C0-5ED5F604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62259-2185-FB11-46DD-8F67775B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F9A58-FA04-C01D-082C-22960E7C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B1EEA-1FEC-B880-9BC4-F0B68C6A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B19F9-5F04-4453-62B2-EF6923D6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6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203A-4596-BDB8-E929-F633BA72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FE53-FDF1-114E-37B2-E6F335DD3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6456E-147C-6567-B3EC-0E2C80FD4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BAA01-CFEF-3B37-457C-79833456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2F8FD-793E-8DD3-DB89-E972AADE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6F785-9790-14F4-6265-7576D8F2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6D60-055C-2376-8F8B-074FD725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2F4E4-73BB-802F-8DAA-A37890943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6AF2E-752A-D954-473A-5C9FD4EB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74AB1-673D-8CAE-052E-A19548F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DDDEE-9A8D-997F-F97F-52E8F347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E4206-D81F-05E6-B0AA-83ED8BC8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1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9DD4-EED1-9018-3926-664A2EF2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F7E9E-66BC-849B-7936-1676BB680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E373-C062-132B-677F-79263FC5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25C98-9E08-44BF-A71B-9A0E53B5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E6CD3-72D3-8146-BADC-6F1667D2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0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9AF1F-85ED-9E3A-D58A-79AD567A5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BCCB6-27F8-0D40-95CB-2DCB8F40C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AF82C-6D59-86AB-8C93-3149A311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0B5F-0029-537F-F07F-65906515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36358-6563-FA8A-DF4E-76CC8512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4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AE46A-7CB6-E333-A42E-BD323EAD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3A3C9-BD5B-47A5-132E-47C5AA7FC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82A9E-66F1-EFAD-8964-0E4AFA7E0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98BC7-EF50-4E25-84FA-3C64D0DCED4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86FBC-AEDD-1DA1-A525-209749E3C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2D9A-A0E0-E7AB-62F7-9871EA70D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3ED6E-E0F7-4C6A-8657-D1A63E527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3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MSgoeuMqUmU?si=8x5_1K8Ubr5_prge&amp;t=7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linux-unix/basic-linux-commands/" TargetMode="External"/><Relationship Id="rId2" Type="http://schemas.openxmlformats.org/officeDocument/2006/relationships/hyperlink" Target="https://ubuntu.com/tutorials/command-line-for-beginn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MissingSemester" TargetMode="External"/><Relationship Id="rId4" Type="http://schemas.openxmlformats.org/officeDocument/2006/relationships/hyperlink" Target="https://linuxcommand.org/tlcl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A824-9EF7-DBC9-BB3D-CB5724E4B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the Terminal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F785E-8F69-8E1A-4E99-0135AD015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command-line basics and commands</a:t>
            </a:r>
          </a:p>
        </p:txBody>
      </p:sp>
    </p:spTree>
    <p:extLst>
      <p:ext uri="{BB962C8B-B14F-4D97-AF65-F5344CB8AC3E}">
        <p14:creationId xmlns:p14="http://schemas.microsoft.com/office/powerpoint/2010/main" val="180742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AA3F-F28F-5357-31AD-43AAD9CA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325563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E796-1FA6-EEFE-1663-FDDE76870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696"/>
            <a:ext cx="10515600" cy="2670919"/>
          </a:xfrm>
        </p:spPr>
        <p:txBody>
          <a:bodyPr>
            <a:normAutofit fontScale="70000" lnSpcReduction="20000"/>
          </a:bodyPr>
          <a:lstStyle/>
          <a:p>
            <a:pPr fontAlgn="ctr"/>
            <a:r>
              <a:rPr lang="en-US">
                <a:hlinkClick r:id="rId2"/>
              </a:rPr>
              <a:t>Lecture 1: Course Overview + Introduction to the Shell</a:t>
            </a:r>
            <a:r>
              <a:rPr lang="en-US"/>
              <a:t> - motivation of course including coverage of terminal, 1:19 - 1:49 </a:t>
            </a:r>
          </a:p>
          <a:p>
            <a:pPr fontAlgn="ctr"/>
            <a:r>
              <a:rPr lang="en-US"/>
              <a:t>What?</a:t>
            </a:r>
          </a:p>
          <a:p>
            <a:pPr lvl="1" fontAlgn="ctr">
              <a:lnSpc>
                <a:spcPct val="120000"/>
              </a:lnSpc>
            </a:pPr>
            <a:r>
              <a:rPr lang="en-US" sz="2600"/>
              <a:t>the terminal is a text-based interace to the computer</a:t>
            </a:r>
          </a:p>
          <a:p>
            <a:pPr lvl="1" fontAlgn="ctr">
              <a:lnSpc>
                <a:spcPct val="120000"/>
              </a:lnSpc>
            </a:pPr>
            <a:r>
              <a:rPr lang="en-US" sz="2600"/>
              <a:t>it preceded all GUIs, software applications, etc.   (see history of Unix, Linux, …)</a:t>
            </a:r>
          </a:p>
          <a:p>
            <a:pPr lvl="1" fontAlgn="ctr">
              <a:lnSpc>
                <a:spcPct val="120000"/>
              </a:lnSpc>
            </a:pPr>
            <a:r>
              <a:rPr lang="en-US" sz="2600"/>
              <a:t>the “program” that runs within the terminal – accepts commands, returns output, etc. is known as the </a:t>
            </a:r>
            <a:r>
              <a:rPr lang="en-US" sz="2600" b="1"/>
              <a:t>shell (</a:t>
            </a:r>
            <a:r>
              <a:rPr lang="en-US" sz="2600"/>
              <a:t>it's essentially a programming language)</a:t>
            </a:r>
            <a:endParaRPr lang="en-US" sz="2600" b="1"/>
          </a:p>
          <a:p>
            <a:pPr lvl="1" fontAlgn="ctr">
              <a:lnSpc>
                <a:spcPct val="120000"/>
              </a:lnSpc>
            </a:pPr>
            <a:r>
              <a:rPr lang="en-US" sz="2600"/>
              <a:t>we have worked with shells in the Anaconda prompt and Spyder iPython console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6AA6C-42EB-CB88-72C9-225EE82A2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3639367"/>
            <a:ext cx="4223392" cy="304460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F9705B-6AA7-ED12-3729-BCFBBA0B7261}"/>
              </a:ext>
            </a:extLst>
          </p:cNvPr>
          <p:cNvSpPr txBox="1">
            <a:spLocks/>
          </p:cNvSpPr>
          <p:nvPr/>
        </p:nvSpPr>
        <p:spPr>
          <a:xfrm>
            <a:off x="838200" y="3913202"/>
            <a:ext cx="10515600" cy="2541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5F23-3E3B-4850-75D8-F9B3875C5037}"/>
              </a:ext>
            </a:extLst>
          </p:cNvPr>
          <p:cNvSpPr txBox="1"/>
          <p:nvPr/>
        </p:nvSpPr>
        <p:spPr>
          <a:xfrm>
            <a:off x="651510" y="3686727"/>
            <a:ext cx="665454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2000"/>
              <a:t>Why use the terminal?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2000"/>
              <a:t>much faster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2000"/>
              <a:t>can automate repetitive tasks, combine output of 1 program and pass it to another program,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2000"/>
              <a:t>much in open source community for building, installing, using often in the shell (pip install, conda envs, pytest, yolo…),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/>
              <a:t>How? 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/>
              <a:t>we type a program name then arguments, e.g.</a:t>
            </a:r>
          </a:p>
          <a:p>
            <a:pPr lvl="2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"hello world"</a:t>
            </a:r>
          </a:p>
        </p:txBody>
      </p:sp>
    </p:spTree>
    <p:extLst>
      <p:ext uri="{BB962C8B-B14F-4D97-AF65-F5344CB8AC3E}">
        <p14:creationId xmlns:p14="http://schemas.microsoft.com/office/powerpoint/2010/main" val="129845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38BB-1F81-1172-7D61-643E918D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Terminal we will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92F48-BFE5-2C16-7395-4F8C5F146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fontAlgn="ctr"/>
            <a:r>
              <a:rPr lang="en-US" b="1"/>
              <a:t>Git Bash</a:t>
            </a:r>
          </a:p>
          <a:p>
            <a:pPr lvl="1" fontAlgn="ctr"/>
            <a:endParaRPr lang="en-US"/>
          </a:p>
          <a:p>
            <a:pPr lvl="1" fontAlgn="ctr"/>
            <a:r>
              <a:rPr lang="en-US"/>
              <a:t>Alterntively you could use the more powerful Windows Subsystem for Linux (I have it set up on an </a:t>
            </a:r>
            <a:r>
              <a:rPr lang="en-US" b="1"/>
              <a:t>HP </a:t>
            </a:r>
            <a:r>
              <a:rPr lang="en-US"/>
              <a:t>laptop I will show.)</a:t>
            </a:r>
          </a:p>
          <a:p>
            <a:pPr lvl="1" fontAlgn="ctr"/>
            <a:endParaRPr lang="en-US"/>
          </a:p>
          <a:p>
            <a:pPr lvl="1" fontAlgn="ctr"/>
            <a:r>
              <a:rPr lang="en-US" b="1"/>
              <a:t>Other options </a:t>
            </a:r>
            <a:r>
              <a:rPr lang="en-US"/>
              <a:t>include: VS Code and R-Studio (but mainly for using shells already on your machine), mac os z shell (like bash shell)</a:t>
            </a:r>
          </a:p>
          <a:p>
            <a:pPr lvl="1" fontAlgn="ctr"/>
            <a:endParaRPr lang="en-US"/>
          </a:p>
          <a:p>
            <a:pPr lvl="1" fontAlgn="ctr"/>
            <a:r>
              <a:rPr lang="en-US"/>
              <a:t>We're not going to use/cover </a:t>
            </a:r>
            <a:r>
              <a:rPr lang="en-US" b="1"/>
              <a:t>PowerShell </a:t>
            </a:r>
            <a:r>
              <a:rPr lang="en-US"/>
              <a:t>or the "</a:t>
            </a:r>
            <a:r>
              <a:rPr lang="en-US" b="1"/>
              <a:t>Command Prompt</a:t>
            </a:r>
            <a:r>
              <a:rPr lang="en-US"/>
              <a:t>" (cmd, Windows).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F246DE-B165-8441-BCDF-917D4B04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365125"/>
            <a:ext cx="3007240" cy="216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1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F2E4-3B7A-DF99-520D-B4A66178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0F78-FD19-1C9A-AB56-803FBB99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0624" cy="4351338"/>
          </a:xfrm>
        </p:spPr>
        <p:txBody>
          <a:bodyPr>
            <a:normAutofit fontScale="92500" lnSpcReduction="10000"/>
          </a:bodyPr>
          <a:lstStyle/>
          <a:p>
            <a:pPr marL="0" indent="0" fontAlgn="ctr">
              <a:buNone/>
            </a:pPr>
            <a:r>
              <a:rPr lang="en-US"/>
              <a:t>Open </a:t>
            </a:r>
            <a:r>
              <a:rPr lang="en-US" b="1"/>
              <a:t>Git Bash</a:t>
            </a:r>
            <a:r>
              <a:rPr lang="en-US"/>
              <a:t>. You can launch it from Windows, or within a specific folder through Windows Explorer –</a:t>
            </a:r>
          </a:p>
          <a:p>
            <a:pPr marL="0" indent="0" fontAlgn="ctr">
              <a:buNone/>
            </a:pPr>
            <a:r>
              <a:rPr lang="en-US"/>
              <a:t>	right-click on folder, choose more options, then </a:t>
            </a:r>
          </a:p>
          <a:p>
            <a:pPr marL="0" indent="0" fontAlgn="ctr">
              <a:buNone/>
            </a:pPr>
            <a:r>
              <a:rPr lang="en-US"/>
              <a:t>	  “Open Git Bash here”</a:t>
            </a:r>
          </a:p>
          <a:p>
            <a:pPr marL="0" indent="0" fontAlgn="ctr">
              <a:buNone/>
            </a:pPr>
            <a:endParaRPr lang="en-US"/>
          </a:p>
          <a:p>
            <a:pPr marL="0" indent="0" fontAlgn="ctr">
              <a:buNone/>
            </a:pPr>
            <a:r>
              <a:rPr lang="en-US"/>
              <a:t>Try typing the following, trying to figure out what they do:</a:t>
            </a:r>
          </a:p>
          <a:p>
            <a:pPr fontAlgn="ctr"/>
            <a:r>
              <a:rPr lang="en-US"/>
              <a:t>ls 	ls -l 	ls –a	ls –C     ls –S      ls –lh     ls –lt     ls -R </a:t>
            </a:r>
          </a:p>
          <a:p>
            <a:pPr fontAlgn="ctr"/>
            <a:r>
              <a:rPr lang="en-US"/>
              <a:t>cd 	cd - 	cd ~	 cd .. </a:t>
            </a:r>
          </a:p>
          <a:p>
            <a:pPr fontAlgn="ctr"/>
            <a:r>
              <a:rPr lang="en-US"/>
              <a:t>pwd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99AB1-21FF-5E54-43F2-C5B97A3B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4" y="36576"/>
            <a:ext cx="3177471" cy="383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9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F8AB-D796-3DB4-3FC4-0D93B5C7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A40B4-3E7B-AD23-DF46-0A4E13E23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ctr"/>
            <a:r>
              <a:rPr lang="en-US"/>
              <a:t>ls – lists files, with various settings:</a:t>
            </a:r>
          </a:p>
          <a:p>
            <a:pPr lvl="1" fontAlgn="ctr"/>
            <a:r>
              <a:rPr lang="en-US"/>
              <a:t>ls –l	show details</a:t>
            </a:r>
          </a:p>
          <a:p>
            <a:pPr lvl="1" fontAlgn="ctr"/>
            <a:r>
              <a:rPr lang="en-US"/>
              <a:t>ls -a 	show all files (even hidden ones, like .gitignore)</a:t>
            </a:r>
          </a:p>
          <a:p>
            <a:pPr lvl="1" fontAlgn="ctr"/>
            <a:r>
              <a:rPr lang="en-US"/>
              <a:t>ls -C 	show in columns</a:t>
            </a:r>
          </a:p>
          <a:p>
            <a:pPr lvl="1" fontAlgn="ctr"/>
            <a:r>
              <a:rPr lang="en-US"/>
              <a:t>ls -S 	sort by size</a:t>
            </a:r>
          </a:p>
          <a:p>
            <a:pPr lvl="1" fontAlgn="ctr"/>
            <a:r>
              <a:rPr lang="en-US"/>
              <a:t>ls -lh 	show human readable file sizes</a:t>
            </a:r>
          </a:p>
          <a:p>
            <a:pPr lvl="1" fontAlgn="ctr"/>
            <a:r>
              <a:rPr lang="en-US"/>
              <a:t>ls –lt	sort by time newest first, -tr to reverse), </a:t>
            </a:r>
          </a:p>
          <a:p>
            <a:pPr lvl="1" fontAlgn="ctr"/>
            <a:r>
              <a:rPr lang="en-US"/>
              <a:t>ls -R 	recursive down through subfolders</a:t>
            </a:r>
          </a:p>
          <a:p>
            <a:pPr lvl="1" fontAlgn="ctr"/>
            <a:r>
              <a:rPr lang="en-US"/>
              <a:t>Note you can combine them and use wildcards like ? and * to stand for character(s)</a:t>
            </a:r>
          </a:p>
          <a:p>
            <a:pPr fontAlgn="ctr"/>
            <a:r>
              <a:rPr lang="en-US"/>
              <a:t>cd 	change directory</a:t>
            </a:r>
          </a:p>
          <a:p>
            <a:pPr lvl="1" fontAlgn="ctr"/>
            <a:r>
              <a:rPr lang="en-US"/>
              <a:t>cd - 	to go back to previous dir</a:t>
            </a:r>
          </a:p>
          <a:p>
            <a:pPr lvl="1" fontAlgn="ctr"/>
            <a:r>
              <a:rPr lang="en-US"/>
              <a:t>cd ~	go to home directory</a:t>
            </a:r>
          </a:p>
          <a:p>
            <a:pPr lvl="1" fontAlgn="ctr"/>
            <a:r>
              <a:rPr lang="en-US"/>
              <a:t>cd .. 	go up one level</a:t>
            </a:r>
          </a:p>
          <a:p>
            <a:pPr fontAlgn="ctr"/>
            <a:r>
              <a:rPr lang="en-US"/>
              <a:t>pwd	   output present working directory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2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7711-EDD3-3C6D-D55C-980197E5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42BA3-F5AB-3D6C-C77F-96060859C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/>
              <a:t>mkdir and rmdir</a:t>
            </a:r>
          </a:p>
          <a:p>
            <a:pPr fontAlgn="ctr"/>
            <a:r>
              <a:rPr lang="en-US"/>
              <a:t>mv and cp</a:t>
            </a:r>
          </a:p>
          <a:p>
            <a:pPr lvl="1" fontAlgn="ctr"/>
            <a:r>
              <a:rPr lang="en-US"/>
              <a:t>cp -r  - copy directories recursively</a:t>
            </a:r>
          </a:p>
          <a:p>
            <a:pPr fontAlgn="ctr"/>
            <a:r>
              <a:rPr lang="en-US"/>
              <a:t>rm and rm -r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Let’s demo these in the terminal…</a:t>
            </a:r>
          </a:p>
        </p:txBody>
      </p:sp>
    </p:spTree>
    <p:extLst>
      <p:ext uri="{BB962C8B-B14F-4D97-AF65-F5344CB8AC3E}">
        <p14:creationId xmlns:p14="http://schemas.microsoft.com/office/powerpoint/2010/main" val="398257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C4E2-9D5B-2DC9-E124-5CE32B37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DAB22-9A20-C888-FA69-991A32745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fontAlgn="ctr"/>
            <a:r>
              <a:rPr lang="en-US"/>
              <a:t>less and cat – show a file</a:t>
            </a:r>
          </a:p>
          <a:p>
            <a:pPr lvl="1" fontAlgn="ctr"/>
            <a:r>
              <a:rPr lang="en-US"/>
              <a:t>less - page at a time - in less type h for help;  try typing e,f,y,b</a:t>
            </a:r>
          </a:p>
          <a:p>
            <a:pPr lvl="1" fontAlgn="ctr"/>
            <a:r>
              <a:rPr lang="en-US"/>
              <a:t>cat - whole thing</a:t>
            </a:r>
          </a:p>
          <a:p>
            <a:pPr fontAlgn="ctr"/>
            <a:r>
              <a:rPr lang="en-US"/>
              <a:t>touch fname            creates empty file named fname</a:t>
            </a:r>
          </a:p>
          <a:p>
            <a:pPr fontAlgn="ctr"/>
            <a:r>
              <a:rPr lang="en-US"/>
              <a:t>date</a:t>
            </a:r>
          </a:p>
          <a:p>
            <a:pPr fontAlgn="ctr"/>
            <a:r>
              <a:rPr lang="en-US"/>
              <a:t>echo “Hello world!”</a:t>
            </a:r>
          </a:p>
          <a:p>
            <a:pPr fontAlgn="ctr"/>
            <a:r>
              <a:rPr lang="en-US"/>
              <a:t>&lt;command&gt;    &gt;   filename    - pipe command output to a file</a:t>
            </a:r>
          </a:p>
          <a:p>
            <a:pPr lvl="1" fontAlgn="ctr"/>
            <a:r>
              <a:rPr lang="en-US"/>
              <a:t>e.g. date &gt; today.txt</a:t>
            </a:r>
          </a:p>
          <a:p>
            <a:pPr lvl="1" fontAlgn="ctr"/>
            <a:r>
              <a:rPr lang="en-US"/>
              <a:t>echo "# My First Repo" &gt; README.md</a:t>
            </a:r>
          </a:p>
          <a:p>
            <a:pPr fontAlgn="ctr"/>
            <a:r>
              <a:rPr lang="en-US"/>
              <a:t>&lt;command name&gt;  --help   (man &lt;command name&gt; in Linux and Unix)</a:t>
            </a:r>
          </a:p>
          <a:p>
            <a:pPr fontAlgn="ctr"/>
            <a:r>
              <a:rPr lang="en-US"/>
              <a:t>;        Divide multiple commands on 1 line.</a:t>
            </a:r>
          </a:p>
          <a:p>
            <a:pPr marL="457200" lvl="1" indent="0">
              <a:buNone/>
            </a:pPr>
            <a:r>
              <a:rPr lang="en-US"/>
              <a:t>e.g.,    cd .. ; ls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8A49-AECC-C57C-2C72-DC7C074B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Commands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4D9C0-B0B0-C2B9-46D6-BD4AB1154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76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fontAlgn="ctr"/>
            <a:r>
              <a:rPr lang="en-US"/>
              <a:t>tr        translate, squeeze or delete chars from the standard input</a:t>
            </a:r>
          </a:p>
          <a:p>
            <a:pPr lvl="1" fontAlgn="ctr"/>
            <a:r>
              <a:rPr lang="en-US"/>
              <a:t>echo "hello world" | tr 'a-z' 'A-Z'</a:t>
            </a:r>
          </a:p>
          <a:p>
            <a:pPr lvl="1" fontAlgn="ctr"/>
            <a:r>
              <a:rPr lang="en-US"/>
              <a:t>echo "hello 123" | tr -d '0-9'      deletes</a:t>
            </a:r>
          </a:p>
          <a:p>
            <a:pPr lvl="1" fontAlgn="ctr"/>
            <a:r>
              <a:rPr lang="en-US"/>
              <a:t>echo "hello world" | tr ' ' ‘_’</a:t>
            </a:r>
          </a:p>
          <a:p>
            <a:pPr marL="0" indent="0" fontAlgn="ctr">
              <a:buNone/>
            </a:pPr>
            <a:r>
              <a:rPr lang="en-US"/>
              <a:t>       echo $PATH | tr ':' '\n'     # puts each on its own line</a:t>
            </a:r>
          </a:p>
          <a:p>
            <a:pPr fontAlgn="ctr"/>
            <a:r>
              <a:rPr lang="en-US"/>
              <a:t>tee - outputs to file and standard output (T-junction) - </a:t>
            </a:r>
          </a:p>
          <a:p>
            <a:pPr lvl="1" fontAlgn="ctr"/>
            <a:r>
              <a:rPr lang="en-US"/>
              <a:t>echo "Hello, World!" | tee hello.txt</a:t>
            </a:r>
          </a:p>
          <a:p>
            <a:pPr fontAlgn="ctr"/>
            <a:r>
              <a:rPr lang="en-US"/>
              <a:t>\ is escape character - don't treat next char as special</a:t>
            </a:r>
          </a:p>
          <a:p>
            <a:pPr fontAlgn="ctr"/>
            <a:r>
              <a:rPr lang="en-US"/>
              <a:t>environment variables - $PATH - do echo $PATH</a:t>
            </a:r>
          </a:p>
          <a:p>
            <a:pPr lvl="1" fontAlgn="ctr"/>
            <a:r>
              <a:rPr lang="en-US"/>
              <a:t>also $HOME, $SHELL, … env to see all</a:t>
            </a:r>
          </a:p>
          <a:p>
            <a:pPr lvl="1" fontAlgn="ctr"/>
            <a:r>
              <a:rPr lang="en-US"/>
              <a:t>using files like .bashrc, .bash_profile, .bash_login, .profile you can have certain values for env variables loaded on starting the shell</a:t>
            </a:r>
          </a:p>
          <a:p>
            <a:pPr fontAlgn="ctr"/>
            <a:r>
              <a:rPr lang="en-US"/>
              <a:t>start &lt;filename&gt;  - opens the file on the system, e.g if a .txt opens in notepad on Windows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0A06-9866-FCE0-89D3-99855D55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- rename some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A7135-2267-4D67-C38E-D525A2276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font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 file in *.txt; do mv "$file" "PREFIX_$file"; done</a:t>
            </a:r>
          </a:p>
          <a:p>
            <a:pPr lvl="1" fontAlgn="ctr"/>
            <a:r>
              <a:rPr lang="en-US"/>
              <a:t>we plan to get more into idea of for loops and variables later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5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C632-9E4F-B780-5779-B533F77B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find files of a certain type, display details and in order of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977F-C7A2-A423-3FB1-2F4BAC0D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8911"/>
          </a:xfrm>
        </p:spPr>
        <p:txBody>
          <a:bodyPr>
            <a:normAutofit lnSpcReduction="10000"/>
          </a:bodyPr>
          <a:lstStyle/>
          <a:p>
            <a:r>
              <a:rPr lang="en-US"/>
              <a:t>find . -name "*.md"     </a:t>
            </a:r>
          </a:p>
          <a:p>
            <a:pPr lvl="1"/>
            <a:r>
              <a:rPr lang="en-US"/>
              <a:t>. specifies root directory to start search, alternatively could use / to search from top level root directory</a:t>
            </a:r>
          </a:p>
          <a:p>
            <a:pPr lvl="1"/>
            <a:endParaRPr lang="en-US" b="1"/>
          </a:p>
          <a:p>
            <a:r>
              <a:rPr lang="en-US"/>
              <a:t>find .  -name "*.md" –print0</a:t>
            </a:r>
          </a:p>
          <a:p>
            <a:pPr lvl="1"/>
            <a:r>
              <a:rPr lang="en-US"/>
              <a:t>print0 puts a null character between results, so that we can do…</a:t>
            </a:r>
          </a:p>
          <a:p>
            <a:endParaRPr lang="en-US"/>
          </a:p>
          <a:p>
            <a:r>
              <a:rPr lang="en-US"/>
              <a:t>find .  -name "*.md" -print0 | xargs -0 ls -lht</a:t>
            </a:r>
          </a:p>
          <a:p>
            <a:pPr lvl="1"/>
            <a:r>
              <a:rPr lang="en-US"/>
              <a:t>now pipe those results into another command</a:t>
            </a:r>
          </a:p>
          <a:p>
            <a:pPr lvl="1"/>
            <a:r>
              <a:rPr lang="en-US"/>
              <a:t>xargs takes the output from before the pipe and makes that the args to the command after (file names separated by null chars in this case)</a:t>
            </a:r>
          </a:p>
          <a:p>
            <a:pPr lvl="1"/>
            <a:r>
              <a:rPr lang="en-US"/>
              <a:t>so each the search results are passed to ls -lht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4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9349-33F5-B663-233C-168BF453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- reconstruct a folder structure in a parallel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5493-F678-5A56-65B1-6BF26BB5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28560" cy="4351338"/>
          </a:xfrm>
        </p:spPr>
        <p:txBody>
          <a:bodyPr>
            <a:normAutofit/>
          </a:bodyPr>
          <a:lstStyle/>
          <a:p>
            <a:pPr lvl="1" fontAlgn="ctr"/>
            <a:r>
              <a:rPr lang="en-US"/>
              <a:t>find . -type d </a:t>
            </a:r>
          </a:p>
          <a:p>
            <a:pPr lvl="2" fontAlgn="ctr"/>
            <a:r>
              <a:rPr lang="en-US"/>
              <a:t>find all directories within current directory</a:t>
            </a:r>
          </a:p>
          <a:p>
            <a:pPr marL="914400" lvl="2" indent="0" fontAlgn="ctr">
              <a:buNone/>
            </a:pPr>
            <a:endParaRPr lang="en-US"/>
          </a:p>
          <a:p>
            <a:pPr lvl="1" fontAlgn="ctr"/>
            <a:r>
              <a:rPr lang="en-US"/>
              <a:t>find . -type d -exec mkdir -p ../dst_copy/{} \; </a:t>
            </a:r>
          </a:p>
          <a:p>
            <a:pPr lvl="2" fontAlgn="ctr"/>
            <a:r>
              <a:rPr lang="en-US"/>
              <a:t>-exec is a find option to run a command on each file found</a:t>
            </a:r>
          </a:p>
          <a:p>
            <a:pPr lvl="2" fontAlgn="ctr"/>
            <a:r>
              <a:rPr lang="en-US"/>
              <a:t>{} is the placeholder for the current file found (like for i in my_list…)</a:t>
            </a:r>
          </a:p>
          <a:p>
            <a:pPr lvl="2" fontAlgn="ctr"/>
            <a:r>
              <a:rPr lang="en-US"/>
              <a:t>dst_copy is our name for the parallel folder</a:t>
            </a:r>
          </a:p>
          <a:p>
            <a:pPr lvl="2" fontAlgn="ctr"/>
            <a:r>
              <a:rPr lang="en-US"/>
              <a:t>\; so the shell doesn't think it's the ; separating 2 commands.  find needs ; to terminate its exec part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A7282-2B05-5416-3407-ADFBB285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54" y="3072923"/>
            <a:ext cx="3219899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9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96BB-DAD0-18AB-ECDE-EEF36016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Demos using CyberNet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A58B-B30A-ED09-CA28-D8362A7E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ctr"/>
            <a:r>
              <a:rPr lang="en-US"/>
              <a:t>logging in</a:t>
            </a:r>
          </a:p>
          <a:p>
            <a:pPr fontAlgn="ctr"/>
            <a:r>
              <a:rPr lang="en-US"/>
              <a:t>ssh into the cyber server from the HP laptop</a:t>
            </a:r>
          </a:p>
          <a:p>
            <a:pPr fontAlgn="ctr"/>
            <a:r>
              <a:rPr lang="en-US"/>
              <a:t>Secure file copy - </a:t>
            </a:r>
          </a:p>
          <a:p>
            <a:pPr lvl="1"/>
            <a:r>
              <a:rPr lang="en-US" b="1"/>
              <a:t>Example</a:t>
            </a:r>
            <a:r>
              <a:rPr lang="en-US"/>
              <a:t>: Copy a file named file.txt from your Windows machine to the /home/user/ directory on a remote Linux server.</a:t>
            </a:r>
          </a:p>
          <a:p>
            <a:pPr lvl="2"/>
            <a:r>
              <a:rPr lang="en-US"/>
              <a:t>scp C:\path\to\file.txt user@remote_host:/home/user/</a:t>
            </a:r>
          </a:p>
          <a:p>
            <a:pPr lvl="1" fontAlgn="ctr"/>
            <a:r>
              <a:rPr lang="en-US"/>
              <a:t>scp from CyberServer to HP </a:t>
            </a:r>
          </a:p>
          <a:p>
            <a:pPr lvl="2" fontAlgn="ctr"/>
            <a:r>
              <a:rPr lang="en-US"/>
              <a:t>scp orda@10.233.107.2:/home/orda/Frommer/README.txt README.txt</a:t>
            </a:r>
          </a:p>
          <a:p>
            <a:pPr lvl="2" fontAlgn="ctr"/>
            <a:r>
              <a:rPr lang="en-US"/>
              <a:t>scp -r orda@10.233.107.2:/home/orda/Frommer/* CyberServer</a:t>
            </a:r>
          </a:p>
          <a:p>
            <a:pPr lvl="1" fontAlgn="ctr"/>
            <a:r>
              <a:rPr lang="en-US"/>
              <a:t>(See also WinSCP – GUI-based not terminal-based)</a:t>
            </a:r>
          </a:p>
          <a:p>
            <a:pPr fontAlgn="ctr"/>
            <a:r>
              <a:rPr lang="en-US"/>
              <a:t>find the yolo weights files - *.pt</a:t>
            </a:r>
          </a:p>
          <a:p>
            <a:pPr marL="0" indent="0" fontAlgn="ctr">
              <a:buNone/>
            </a:pPr>
            <a:r>
              <a:rPr lang="en-US"/>
              <a:t>	orda@cybernetml:~$ find . -name "*.pt" -print0 | xargs -0 ls -lht</a:t>
            </a:r>
          </a:p>
          <a:p>
            <a:pPr lvl="1" fontAlgn="ctr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4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26FD-CA91-B483-F16C-357CAF5A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2A88B-D686-4F57-D149-09CCE9EAB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ctr"/>
            <a:r>
              <a:rPr lang="en-US"/>
              <a:t>top      (not in bash)        lists current processes</a:t>
            </a:r>
          </a:p>
          <a:p>
            <a:pPr fontAlgn="ctr"/>
            <a:r>
              <a:rPr lang="en-US"/>
              <a:t>ln -s src dest        creates symbolic link from src file to dest name</a:t>
            </a:r>
          </a:p>
          <a:p>
            <a:pPr fontAlgn="ctr"/>
            <a:r>
              <a:rPr lang="en-US" b="1"/>
              <a:t>ssh </a:t>
            </a:r>
            <a:r>
              <a:rPr lang="en-US"/>
              <a:t> - let’s check out on HP</a:t>
            </a:r>
          </a:p>
          <a:p>
            <a:pPr fontAlgn="ctr"/>
            <a:r>
              <a:rPr lang="en-US" b="1"/>
              <a:t>scp</a:t>
            </a:r>
            <a:r>
              <a:rPr lang="en-US"/>
              <a:t> C:\path\to\file.txt user@192.168.1.100:/home/user/     </a:t>
            </a:r>
          </a:p>
          <a:p>
            <a:pPr lvl="1"/>
            <a:r>
              <a:rPr lang="en-US"/>
              <a:t>securely copy file from host to server, where server IP address  (192.168…) or server name (cfara1) is used.</a:t>
            </a:r>
          </a:p>
          <a:p>
            <a:pPr lvl="1" fontAlgn="ctr"/>
            <a:r>
              <a:rPr lang="en-US"/>
              <a:t>I'll demo this on the </a:t>
            </a:r>
            <a:r>
              <a:rPr lang="en-US" b="1"/>
              <a:t>HP</a:t>
            </a:r>
            <a:endParaRPr lang="en-US"/>
          </a:p>
          <a:p>
            <a:pPr fontAlgn="ctr"/>
            <a:r>
              <a:rPr lang="en-US"/>
              <a:t>sudo …</a:t>
            </a:r>
          </a:p>
          <a:p>
            <a:pPr fontAlgn="ctr"/>
            <a:r>
              <a:rPr lang="en-US"/>
              <a:t>which &lt;command name&gt;  - tells where it is</a:t>
            </a:r>
          </a:p>
          <a:p>
            <a:pPr fontAlgn="ctr"/>
            <a:r>
              <a:rPr lang="en-US"/>
              <a:t>next time - grep, awk, sed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7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32EC-3E95-DEEB-B2CC-F03B2F2D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Editors in the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4E6B-415F-2056-69B8-9AEA3598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endParaRPr lang="en-US"/>
          </a:p>
          <a:p>
            <a:pPr lvl="1" fontAlgn="ctr"/>
            <a:r>
              <a:rPr lang="en-US"/>
              <a:t>nano - we will use</a:t>
            </a:r>
          </a:p>
          <a:p>
            <a:pPr lvl="1" fontAlgn="ctr"/>
            <a:r>
              <a:rPr lang="en-US"/>
              <a:t>vim – power users like it,   :q to quit</a:t>
            </a:r>
          </a:p>
          <a:p>
            <a:pPr lvl="1" fontAlgn="ctr"/>
            <a:r>
              <a:rPr lang="en-US"/>
              <a:t>emacs – old-school, still used, can be installed on git bash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B923-971B-8F81-0492-33239EB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CDAFB-8168-EDBB-527E-51CD41ADA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endParaRPr lang="en-US"/>
          </a:p>
          <a:p>
            <a:pPr lvl="1" fontAlgn="ctr"/>
            <a:r>
              <a:rPr lang="en-US">
                <a:hlinkClick r:id="rId2"/>
              </a:rPr>
              <a:t>https://ubuntu.com/tutorials/command-line-for-beginners</a:t>
            </a:r>
            <a:endParaRPr lang="en-US"/>
          </a:p>
          <a:p>
            <a:pPr lvl="1" fontAlgn="ctr"/>
            <a:r>
              <a:rPr lang="en-US">
                <a:hlinkClick r:id="rId3"/>
              </a:rPr>
              <a:t>https://www.geeksforgeeks.org/linux-unix/basic-linux-commands/</a:t>
            </a:r>
            <a:endParaRPr lang="en-US"/>
          </a:p>
          <a:p>
            <a:pPr lvl="1" fontAlgn="ctr"/>
            <a:r>
              <a:rPr lang="en-US">
                <a:hlinkClick r:id="rId4"/>
              </a:rPr>
              <a:t>https://linuxcommand.org/tlcl.php</a:t>
            </a:r>
            <a:r>
              <a:rPr lang="en-US"/>
              <a:t>  (see my downloads folder)</a:t>
            </a:r>
          </a:p>
          <a:p>
            <a:pPr lvl="1" fontAlgn="ctr"/>
            <a:r>
              <a:rPr lang="en-US">
                <a:hlinkClick r:id="rId5"/>
              </a:rPr>
              <a:t>Missing Semester - YouTube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5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1375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Introduction to the Terminal</vt:lpstr>
      <vt:lpstr>Introduction</vt:lpstr>
      <vt:lpstr>Terminal we will use</vt:lpstr>
      <vt:lpstr>Basic Commands</vt:lpstr>
      <vt:lpstr>Basic Commands (continued)</vt:lpstr>
      <vt:lpstr>Basic Commands (continued)</vt:lpstr>
      <vt:lpstr>Basic Commands (continued)</vt:lpstr>
      <vt:lpstr>Basic Commands (continued)</vt:lpstr>
      <vt:lpstr>Example - rename some files</vt:lpstr>
      <vt:lpstr>Example – find files of a certain type, display details and in order of date</vt:lpstr>
      <vt:lpstr>Example - reconstruct a folder structure in a parallel folder</vt:lpstr>
      <vt:lpstr>Demos using CyberNet Server</vt:lpstr>
      <vt:lpstr>More commands</vt:lpstr>
      <vt:lpstr>Editors in the Terminal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2026-01-21T17:52:03Z</dcterms:created>
  <dcterms:modified xsi:type="dcterms:W3CDTF">2026-01-21T18:45:27Z</dcterms:modified>
</cp:coreProperties>
</file>