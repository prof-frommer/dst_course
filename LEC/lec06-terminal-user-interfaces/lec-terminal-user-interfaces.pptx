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5" r:id="rId5"/>
    <p:sldId id="263" r:id="rId6"/>
    <p:sldId id="259" r:id="rId7"/>
    <p:sldId id="267" r:id="rId8"/>
    <p:sldId id="270" r:id="rId9"/>
    <p:sldId id="271" r:id="rId10"/>
    <p:sldId id="274" r:id="rId11"/>
    <p:sldId id="261" r:id="rId12"/>
    <p:sldId id="276" r:id="rId13"/>
    <p:sldId id="275" r:id="rId14"/>
    <p:sldId id="268" r:id="rId15"/>
    <p:sldId id="277" r:id="rId16"/>
    <p:sldId id="278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D63D9-5AED-43BA-BDE6-620FED3E8859}" v="247" dt="2026-03-18T17:32:18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96" y="18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redo custSel addSld delSld modSld sldOrd">
      <pc:chgData name="Frommer, Ian Dr. (EDU)" userId="28ca3ff0-544f-450a-928b-99e19cf49b89" providerId="ADAL" clId="{FDDA6EB0-4FD6-4516-ACA5-A4CAC6441DA7}" dt="2026-03-18T17:38:12.973" v="6014" actId="20577"/>
      <pc:docMkLst>
        <pc:docMk/>
      </pc:docMkLst>
      <pc:sldChg chg="addSp delSp modSp new mod">
        <pc:chgData name="Frommer, Ian Dr. (EDU)" userId="28ca3ff0-544f-450a-928b-99e19cf49b89" providerId="ADAL" clId="{FDDA6EB0-4FD6-4516-ACA5-A4CAC6441DA7}" dt="2026-03-17T21:37:50.176" v="2906" actId="1035"/>
        <pc:sldMkLst>
          <pc:docMk/>
          <pc:sldMk cId="2033858324" sldId="256"/>
        </pc:sldMkLst>
        <pc:spChg chg="mod">
          <ac:chgData name="Frommer, Ian Dr. (EDU)" userId="28ca3ff0-544f-450a-928b-99e19cf49b89" providerId="ADAL" clId="{FDDA6EB0-4FD6-4516-ACA5-A4CAC6441DA7}" dt="2026-03-17T21:37:50.176" v="2906" actId="1035"/>
          <ac:spMkLst>
            <pc:docMk/>
            <pc:sldMk cId="2033858324" sldId="256"/>
            <ac:spMk id="2" creationId="{8D8A26AF-9837-340F-CA8D-DB8F88DD2E73}"/>
          </ac:spMkLst>
        </pc:spChg>
        <pc:spChg chg="del mod">
          <ac:chgData name="Frommer, Ian Dr. (EDU)" userId="28ca3ff0-544f-450a-928b-99e19cf49b89" providerId="ADAL" clId="{FDDA6EB0-4FD6-4516-ACA5-A4CAC6441DA7}" dt="2026-03-17T21:36:23.231" v="2849" actId="478"/>
          <ac:spMkLst>
            <pc:docMk/>
            <pc:sldMk cId="2033858324" sldId="256"/>
            <ac:spMk id="3" creationId="{64A25A1C-0B43-2A83-8C50-5A9A8FCE10B6}"/>
          </ac:spMkLst>
        </pc:spChg>
        <pc:spChg chg="add mod">
          <ac:chgData name="Frommer, Ian Dr. (EDU)" userId="28ca3ff0-544f-450a-928b-99e19cf49b89" providerId="ADAL" clId="{FDDA6EB0-4FD6-4516-ACA5-A4CAC6441DA7}" dt="2026-03-17T21:36:42.160" v="2870" actId="1035"/>
          <ac:spMkLst>
            <pc:docMk/>
            <pc:sldMk cId="2033858324" sldId="256"/>
            <ac:spMk id="4" creationId="{C7C49E07-FB48-BE15-D82B-DAA2E7AC2531}"/>
          </ac:spMkLst>
        </pc:spChg>
        <pc:spChg chg="add mod">
          <ac:chgData name="Frommer, Ian Dr. (EDU)" userId="28ca3ff0-544f-450a-928b-99e19cf49b89" providerId="ADAL" clId="{FDDA6EB0-4FD6-4516-ACA5-A4CAC6441DA7}" dt="2026-03-17T21:36:08.390" v="2846"/>
          <ac:spMkLst>
            <pc:docMk/>
            <pc:sldMk cId="2033858324" sldId="256"/>
            <ac:spMk id="5" creationId="{DD517A85-7B4E-18ED-B550-AA3418190AF1}"/>
          </ac:spMkLst>
        </pc:spChg>
        <pc:spChg chg="add del mod">
          <ac:chgData name="Frommer, Ian Dr. (EDU)" userId="28ca3ff0-544f-450a-928b-99e19cf49b89" providerId="ADAL" clId="{FDDA6EB0-4FD6-4516-ACA5-A4CAC6441DA7}" dt="2026-03-17T21:36:27.791" v="2850" actId="478"/>
          <ac:spMkLst>
            <pc:docMk/>
            <pc:sldMk cId="2033858324" sldId="256"/>
            <ac:spMk id="9" creationId="{FA46D883-A8F3-62D9-A2AA-52AC7DE1F016}"/>
          </ac:spMkLst>
        </pc:spChg>
        <pc:spChg chg="add del mod">
          <ac:chgData name="Frommer, Ian Dr. (EDU)" userId="28ca3ff0-544f-450a-928b-99e19cf49b89" providerId="ADAL" clId="{FDDA6EB0-4FD6-4516-ACA5-A4CAC6441DA7}" dt="2026-03-17T21:37:24.538" v="2876" actId="22"/>
          <ac:spMkLst>
            <pc:docMk/>
            <pc:sldMk cId="2033858324" sldId="256"/>
            <ac:spMk id="11" creationId="{EF42C9EE-0A0B-3DE9-D157-8B831DC17F78}"/>
          </ac:spMkLst>
        </pc:spChg>
        <pc:spChg chg="add mod">
          <ac:chgData name="Frommer, Ian Dr. (EDU)" userId="28ca3ff0-544f-450a-928b-99e19cf49b89" providerId="ADAL" clId="{FDDA6EB0-4FD6-4516-ACA5-A4CAC6441DA7}" dt="2026-03-17T21:37:46.008" v="2896" actId="1076"/>
          <ac:spMkLst>
            <pc:docMk/>
            <pc:sldMk cId="2033858324" sldId="256"/>
            <ac:spMk id="13" creationId="{6F80A0B6-3411-8AC2-B131-E0D22F996823}"/>
          </ac:spMkLst>
        </pc:spChg>
        <pc:picChg chg="add mod">
          <ac:chgData name="Frommer, Ian Dr. (EDU)" userId="28ca3ff0-544f-450a-928b-99e19cf49b89" providerId="ADAL" clId="{FDDA6EB0-4FD6-4516-ACA5-A4CAC6441DA7}" dt="2026-03-17T21:37:50.176" v="2906" actId="1035"/>
          <ac:picMkLst>
            <pc:docMk/>
            <pc:sldMk cId="2033858324" sldId="256"/>
            <ac:picMk id="7" creationId="{3CFBA9A5-BD41-646C-7BBE-CB10CFAE45EE}"/>
          </ac:picMkLst>
        </pc:picChg>
      </pc:sldChg>
      <pc:sldChg chg="addSp delSp modSp new mod modAnim">
        <pc:chgData name="Frommer, Ian Dr. (EDU)" userId="28ca3ff0-544f-450a-928b-99e19cf49b89" providerId="ADAL" clId="{FDDA6EB0-4FD6-4516-ACA5-A4CAC6441DA7}" dt="2026-03-18T13:43:05.903" v="3939" actId="113"/>
        <pc:sldMkLst>
          <pc:docMk/>
          <pc:sldMk cId="3214438174" sldId="257"/>
        </pc:sldMkLst>
        <pc:spChg chg="mod">
          <ac:chgData name="Frommer, Ian Dr. (EDU)" userId="28ca3ff0-544f-450a-928b-99e19cf49b89" providerId="ADAL" clId="{FDDA6EB0-4FD6-4516-ACA5-A4CAC6441DA7}" dt="2026-03-17T15:45:29.056" v="1836" actId="1035"/>
          <ac:spMkLst>
            <pc:docMk/>
            <pc:sldMk cId="3214438174" sldId="257"/>
            <ac:spMk id="2" creationId="{34080AAC-C299-C05D-D513-3B4B415D4053}"/>
          </ac:spMkLst>
        </pc:spChg>
        <pc:spChg chg="add del mod">
          <ac:chgData name="Frommer, Ian Dr. (EDU)" userId="28ca3ff0-544f-450a-928b-99e19cf49b89" providerId="ADAL" clId="{FDDA6EB0-4FD6-4516-ACA5-A4CAC6441DA7}" dt="2026-03-17T15:50:33.740" v="1917" actId="1076"/>
          <ac:spMkLst>
            <pc:docMk/>
            <pc:sldMk cId="3214438174" sldId="257"/>
            <ac:spMk id="3" creationId="{4A63BF95-DCFC-758C-6CC3-85257968DD08}"/>
          </ac:spMkLst>
        </pc:spChg>
        <pc:spChg chg="add mod">
          <ac:chgData name="Frommer, Ian Dr. (EDU)" userId="28ca3ff0-544f-450a-928b-99e19cf49b89" providerId="ADAL" clId="{FDDA6EB0-4FD6-4516-ACA5-A4CAC6441DA7}" dt="2026-03-18T13:42:59.377" v="3938" actId="14100"/>
          <ac:spMkLst>
            <pc:docMk/>
            <pc:sldMk cId="3214438174" sldId="257"/>
            <ac:spMk id="4" creationId="{806A34F4-0D9B-EDB1-C6DE-D410BC371EDB}"/>
          </ac:spMkLst>
        </pc:spChg>
        <pc:spChg chg="add mod">
          <ac:chgData name="Frommer, Ian Dr. (EDU)" userId="28ca3ff0-544f-450a-928b-99e19cf49b89" providerId="ADAL" clId="{FDDA6EB0-4FD6-4516-ACA5-A4CAC6441DA7}" dt="2026-03-17T15:50:50.198" v="1920" actId="1076"/>
          <ac:spMkLst>
            <pc:docMk/>
            <pc:sldMk cId="3214438174" sldId="257"/>
            <ac:spMk id="6" creationId="{F87E3A56-DB36-84F9-70ED-F7641D5788D3}"/>
          </ac:spMkLst>
        </pc:spChg>
        <pc:spChg chg="add mod">
          <ac:chgData name="Frommer, Ian Dr. (EDU)" userId="28ca3ff0-544f-450a-928b-99e19cf49b89" providerId="ADAL" clId="{FDDA6EB0-4FD6-4516-ACA5-A4CAC6441DA7}" dt="2026-03-18T13:43:05.903" v="3939" actId="113"/>
          <ac:spMkLst>
            <pc:docMk/>
            <pc:sldMk cId="3214438174" sldId="257"/>
            <ac:spMk id="11" creationId="{AD1E7D64-BA77-2E96-469B-9F737C334399}"/>
          </ac:spMkLst>
        </pc:spChg>
        <pc:picChg chg="add mod">
          <ac:chgData name="Frommer, Ian Dr. (EDU)" userId="28ca3ff0-544f-450a-928b-99e19cf49b89" providerId="ADAL" clId="{FDDA6EB0-4FD6-4516-ACA5-A4CAC6441DA7}" dt="2026-03-17T15:50:38.222" v="1918" actId="1076"/>
          <ac:picMkLst>
            <pc:docMk/>
            <pc:sldMk cId="3214438174" sldId="257"/>
            <ac:picMk id="5" creationId="{396C9791-AEFD-9DB4-7D63-8A0B5678D508}"/>
          </ac:picMkLst>
        </pc:picChg>
        <pc:picChg chg="add mod">
          <ac:chgData name="Frommer, Ian Dr. (EDU)" userId="28ca3ff0-544f-450a-928b-99e19cf49b89" providerId="ADAL" clId="{FDDA6EB0-4FD6-4516-ACA5-A4CAC6441DA7}" dt="2026-03-17T15:56:27.166" v="2134" actId="693"/>
          <ac:picMkLst>
            <pc:docMk/>
            <pc:sldMk cId="3214438174" sldId="257"/>
            <ac:picMk id="8" creationId="{01AAA28D-18B4-73AE-F6E3-F98E85CC3950}"/>
          </ac:picMkLst>
        </pc:picChg>
        <pc:cxnChg chg="add mod">
          <ac:chgData name="Frommer, Ian Dr. (EDU)" userId="28ca3ff0-544f-450a-928b-99e19cf49b89" providerId="ADAL" clId="{FDDA6EB0-4FD6-4516-ACA5-A4CAC6441DA7}" dt="2026-03-18T13:41:09.282" v="3920" actId="14100"/>
          <ac:cxnSpMkLst>
            <pc:docMk/>
            <pc:sldMk cId="3214438174" sldId="257"/>
            <ac:cxnSpMk id="10" creationId="{6358DBBD-3754-B5A4-86AB-4AAEB30FD486}"/>
          </ac:cxnSpMkLst>
        </pc:cxnChg>
      </pc:sldChg>
      <pc:sldChg chg="modSp new mod ord modAnim">
        <pc:chgData name="Frommer, Ian Dr. (EDU)" userId="28ca3ff0-544f-450a-928b-99e19cf49b89" providerId="ADAL" clId="{FDDA6EB0-4FD6-4516-ACA5-A4CAC6441DA7}" dt="2026-03-18T17:32:18.531" v="5838"/>
        <pc:sldMkLst>
          <pc:docMk/>
          <pc:sldMk cId="2436529882" sldId="258"/>
        </pc:sldMkLst>
        <pc:spChg chg="mod">
          <ac:chgData name="Frommer, Ian Dr. (EDU)" userId="28ca3ff0-544f-450a-928b-99e19cf49b89" providerId="ADAL" clId="{FDDA6EB0-4FD6-4516-ACA5-A4CAC6441DA7}" dt="2026-03-13T13:17:56.884" v="476" actId="20577"/>
          <ac:spMkLst>
            <pc:docMk/>
            <pc:sldMk cId="2436529882" sldId="258"/>
            <ac:spMk id="2" creationId="{4F00A72F-0A45-C6FC-9589-764F701C23F9}"/>
          </ac:spMkLst>
        </pc:spChg>
        <pc:spChg chg="mod">
          <ac:chgData name="Frommer, Ian Dr. (EDU)" userId="28ca3ff0-544f-450a-928b-99e19cf49b89" providerId="ADAL" clId="{FDDA6EB0-4FD6-4516-ACA5-A4CAC6441DA7}" dt="2026-03-18T17:31:52.901" v="5836" actId="27636"/>
          <ac:spMkLst>
            <pc:docMk/>
            <pc:sldMk cId="2436529882" sldId="258"/>
            <ac:spMk id="3" creationId="{4BD5D2E3-275F-087F-BB3B-91BBB4FBF2AA}"/>
          </ac:spMkLst>
        </pc:spChg>
      </pc:sldChg>
      <pc:sldChg chg="addSp modSp new mod addAnim delAnim modAnim">
        <pc:chgData name="Frommer, Ian Dr. (EDU)" userId="28ca3ff0-544f-450a-928b-99e19cf49b89" providerId="ADAL" clId="{FDDA6EB0-4FD6-4516-ACA5-A4CAC6441DA7}" dt="2026-03-18T13:59:09.415" v="4093"/>
        <pc:sldMkLst>
          <pc:docMk/>
          <pc:sldMk cId="3943051081" sldId="259"/>
        </pc:sldMkLst>
        <pc:spChg chg="mod">
          <ac:chgData name="Frommer, Ian Dr. (EDU)" userId="28ca3ff0-544f-450a-928b-99e19cf49b89" providerId="ADAL" clId="{FDDA6EB0-4FD6-4516-ACA5-A4CAC6441DA7}" dt="2026-03-18T13:59:09.415" v="4093"/>
          <ac:spMkLst>
            <pc:docMk/>
            <pc:sldMk cId="3943051081" sldId="259"/>
            <ac:spMk id="2" creationId="{6520B61E-A547-6E7E-E4FC-6F1B052D41F8}"/>
          </ac:spMkLst>
        </pc:spChg>
        <pc:spChg chg="mod">
          <ac:chgData name="Frommer, Ian Dr. (EDU)" userId="28ca3ff0-544f-450a-928b-99e19cf49b89" providerId="ADAL" clId="{FDDA6EB0-4FD6-4516-ACA5-A4CAC6441DA7}" dt="2026-03-18T13:57:59.275" v="4088" actId="113"/>
          <ac:spMkLst>
            <pc:docMk/>
            <pc:sldMk cId="3943051081" sldId="259"/>
            <ac:spMk id="3" creationId="{88A4C05F-459F-8A19-8F12-61990261757F}"/>
          </ac:spMkLst>
        </pc:spChg>
        <pc:graphicFrameChg chg="add mod">
          <ac:chgData name="Frommer, Ian Dr. (EDU)" userId="28ca3ff0-544f-450a-928b-99e19cf49b89" providerId="ADAL" clId="{FDDA6EB0-4FD6-4516-ACA5-A4CAC6441DA7}" dt="2026-03-17T22:01:21.238" v="3247"/>
          <ac:graphicFrameMkLst>
            <pc:docMk/>
            <pc:sldMk cId="3943051081" sldId="259"/>
            <ac:graphicFrameMk id="4" creationId="{76B71B7F-ECDD-67AD-80A8-E4657F32659A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3-17T22:01:21.238" v="3247"/>
          <ac:graphicFrameMkLst>
            <pc:docMk/>
            <pc:sldMk cId="3943051081" sldId="259"/>
            <ac:graphicFrameMk id="6" creationId="{2CA0107B-C31E-7394-3AE7-F5D8E75B4010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3-17T22:01:25.070" v="3248"/>
          <ac:graphicFrameMkLst>
            <pc:docMk/>
            <pc:sldMk cId="3943051081" sldId="259"/>
            <ac:graphicFrameMk id="8" creationId="{AB0F25D7-FF85-7BA9-CECA-A05F4023F639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3-17T22:01:49.226" v="3253" actId="1076"/>
          <ac:graphicFrameMkLst>
            <pc:docMk/>
            <pc:sldMk cId="3943051081" sldId="259"/>
            <ac:graphicFrameMk id="9" creationId="{A267B5CA-FD6F-3E6F-EAEF-AEC360E2D6A3}"/>
          </ac:graphicFrameMkLst>
        </pc:graphicFrameChg>
        <pc:picChg chg="add mod">
          <ac:chgData name="Frommer, Ian Dr. (EDU)" userId="28ca3ff0-544f-450a-928b-99e19cf49b89" providerId="ADAL" clId="{FDDA6EB0-4FD6-4516-ACA5-A4CAC6441DA7}" dt="2026-03-18T13:58:07.200" v="4089" actId="14100"/>
          <ac:picMkLst>
            <pc:docMk/>
            <pc:sldMk cId="3943051081" sldId="259"/>
            <ac:picMk id="5" creationId="{7A1FBAB5-EDFF-7D02-4600-BB5D71A8E6D0}"/>
          </ac:picMkLst>
        </pc:picChg>
        <pc:picChg chg="add mod">
          <ac:chgData name="Frommer, Ian Dr. (EDU)" userId="28ca3ff0-544f-450a-928b-99e19cf49b89" providerId="ADAL" clId="{FDDA6EB0-4FD6-4516-ACA5-A4CAC6441DA7}" dt="2026-03-18T13:57:22.374" v="4083" actId="1035"/>
          <ac:picMkLst>
            <pc:docMk/>
            <pc:sldMk cId="3943051081" sldId="259"/>
            <ac:picMk id="7" creationId="{51F61BA8-D773-85D4-B03F-CC44E3456A44}"/>
          </ac:picMkLst>
        </pc:picChg>
      </pc:sldChg>
      <pc:sldChg chg="modSp new del mod ord">
        <pc:chgData name="Frommer, Ian Dr. (EDU)" userId="28ca3ff0-544f-450a-928b-99e19cf49b89" providerId="ADAL" clId="{FDDA6EB0-4FD6-4516-ACA5-A4CAC6441DA7}" dt="2026-03-17T21:59:20.641" v="3129" actId="47"/>
        <pc:sldMkLst>
          <pc:docMk/>
          <pc:sldMk cId="3901002026" sldId="260"/>
        </pc:sldMkLst>
      </pc:sldChg>
      <pc:sldChg chg="modSp new mod">
        <pc:chgData name="Frommer, Ian Dr. (EDU)" userId="28ca3ff0-544f-450a-928b-99e19cf49b89" providerId="ADAL" clId="{FDDA6EB0-4FD6-4516-ACA5-A4CAC6441DA7}" dt="2026-03-18T17:31:08.450" v="5831" actId="404"/>
        <pc:sldMkLst>
          <pc:docMk/>
          <pc:sldMk cId="3410769457" sldId="261"/>
        </pc:sldMkLst>
        <pc:spChg chg="mod">
          <ac:chgData name="Frommer, Ian Dr. (EDU)" userId="28ca3ff0-544f-450a-928b-99e19cf49b89" providerId="ADAL" clId="{FDDA6EB0-4FD6-4516-ACA5-A4CAC6441DA7}" dt="2026-03-18T15:19:03.602" v="5067" actId="6549"/>
          <ac:spMkLst>
            <pc:docMk/>
            <pc:sldMk cId="3410769457" sldId="261"/>
            <ac:spMk id="2" creationId="{5357E08A-A6E7-CAA5-5D17-CEE311211B61}"/>
          </ac:spMkLst>
        </pc:spChg>
        <pc:spChg chg="mod">
          <ac:chgData name="Frommer, Ian Dr. (EDU)" userId="28ca3ff0-544f-450a-928b-99e19cf49b89" providerId="ADAL" clId="{FDDA6EB0-4FD6-4516-ACA5-A4CAC6441DA7}" dt="2026-03-18T17:31:08.450" v="5831" actId="404"/>
          <ac:spMkLst>
            <pc:docMk/>
            <pc:sldMk cId="3410769457" sldId="261"/>
            <ac:spMk id="3" creationId="{AA11A1CB-E949-C9E2-8177-34597BF92DE7}"/>
          </ac:spMkLst>
        </pc:spChg>
      </pc:sldChg>
      <pc:sldChg chg="addSp modSp new del mod">
        <pc:chgData name="Frommer, Ian Dr. (EDU)" userId="28ca3ff0-544f-450a-928b-99e19cf49b89" providerId="ADAL" clId="{FDDA6EB0-4FD6-4516-ACA5-A4CAC6441DA7}" dt="2026-03-18T17:00:27.604" v="5164" actId="2696"/>
        <pc:sldMkLst>
          <pc:docMk/>
          <pc:sldMk cId="2288784808" sldId="262"/>
        </pc:sldMkLst>
      </pc:sldChg>
      <pc:sldChg chg="addSp delSp modSp new mod ord modAnim">
        <pc:chgData name="Frommer, Ian Dr. (EDU)" userId="28ca3ff0-544f-450a-928b-99e19cf49b89" providerId="ADAL" clId="{FDDA6EB0-4FD6-4516-ACA5-A4CAC6441DA7}" dt="2026-03-18T13:47:24.333" v="3982"/>
        <pc:sldMkLst>
          <pc:docMk/>
          <pc:sldMk cId="468829821" sldId="263"/>
        </pc:sldMkLst>
        <pc:spChg chg="del mod">
          <ac:chgData name="Frommer, Ian Dr. (EDU)" userId="28ca3ff0-544f-450a-928b-99e19cf49b89" providerId="ADAL" clId="{FDDA6EB0-4FD6-4516-ACA5-A4CAC6441DA7}" dt="2026-03-17T21:49:20.102" v="2995" actId="478"/>
          <ac:spMkLst>
            <pc:docMk/>
            <pc:sldMk cId="468829821" sldId="263"/>
            <ac:spMk id="2" creationId="{7553701A-237E-D1D7-ECB1-64517ED3B099}"/>
          </ac:spMkLst>
        </pc:spChg>
        <pc:spChg chg="del mod">
          <ac:chgData name="Frommer, Ian Dr. (EDU)" userId="28ca3ff0-544f-450a-928b-99e19cf49b89" providerId="ADAL" clId="{FDDA6EB0-4FD6-4516-ACA5-A4CAC6441DA7}" dt="2026-03-17T16:46:08.132" v="2339" actId="478"/>
          <ac:spMkLst>
            <pc:docMk/>
            <pc:sldMk cId="468829821" sldId="263"/>
            <ac:spMk id="3" creationId="{089A4854-A579-A6BD-74A5-343B5F97F2CB}"/>
          </ac:spMkLst>
        </pc:spChg>
        <pc:spChg chg="add del mod">
          <ac:chgData name="Frommer, Ian Dr. (EDU)" userId="28ca3ff0-544f-450a-928b-99e19cf49b89" providerId="ADAL" clId="{FDDA6EB0-4FD6-4516-ACA5-A4CAC6441DA7}" dt="2026-03-17T21:49:24.026" v="2996" actId="478"/>
          <ac:spMkLst>
            <pc:docMk/>
            <pc:sldMk cId="468829821" sldId="263"/>
            <ac:spMk id="5" creationId="{D9283EAA-C979-213D-E8B6-15FC7D1713BB}"/>
          </ac:spMkLst>
        </pc:spChg>
        <pc:spChg chg="add del">
          <ac:chgData name="Frommer, Ian Dr. (EDU)" userId="28ca3ff0-544f-450a-928b-99e19cf49b89" providerId="ADAL" clId="{FDDA6EB0-4FD6-4516-ACA5-A4CAC6441DA7}" dt="2026-03-17T16:45:33.148" v="2334" actId="22"/>
          <ac:spMkLst>
            <pc:docMk/>
            <pc:sldMk cId="468829821" sldId="263"/>
            <ac:spMk id="6" creationId="{0A02436D-D1B4-4909-6574-A1B1D2863A11}"/>
          </ac:spMkLst>
        </pc:spChg>
        <pc:spChg chg="add mod">
          <ac:chgData name="Frommer, Ian Dr. (EDU)" userId="28ca3ff0-544f-450a-928b-99e19cf49b89" providerId="ADAL" clId="{FDDA6EB0-4FD6-4516-ACA5-A4CAC6441DA7}" dt="2026-03-17T21:54:11.069" v="3118" actId="20577"/>
          <ac:spMkLst>
            <pc:docMk/>
            <pc:sldMk cId="468829821" sldId="263"/>
            <ac:spMk id="6" creationId="{DDD8AFAA-7B8E-C75A-716E-4792F8CD650B}"/>
          </ac:spMkLst>
        </pc:spChg>
        <pc:spChg chg="add del">
          <ac:chgData name="Frommer, Ian Dr. (EDU)" userId="28ca3ff0-544f-450a-928b-99e19cf49b89" providerId="ADAL" clId="{FDDA6EB0-4FD6-4516-ACA5-A4CAC6441DA7}" dt="2026-03-17T16:45:52.057" v="2336" actId="22"/>
          <ac:spMkLst>
            <pc:docMk/>
            <pc:sldMk cId="468829821" sldId="263"/>
            <ac:spMk id="8" creationId="{E2FD2D8A-66AA-9C78-40F6-BB1C78ECC398}"/>
          </ac:spMkLst>
        </pc:spChg>
        <pc:spChg chg="add mod">
          <ac:chgData name="Frommer, Ian Dr. (EDU)" userId="28ca3ff0-544f-450a-928b-99e19cf49b89" providerId="ADAL" clId="{FDDA6EB0-4FD6-4516-ACA5-A4CAC6441DA7}" dt="2026-03-17T21:50:05.287" v="3003" actId="14100"/>
          <ac:spMkLst>
            <pc:docMk/>
            <pc:sldMk cId="468829821" sldId="263"/>
            <ac:spMk id="10" creationId="{DE3F2531-AC1C-CC44-2753-9FD3FAE4978A}"/>
          </ac:spMkLst>
        </pc:spChg>
        <pc:spChg chg="add del mod">
          <ac:chgData name="Frommer, Ian Dr. (EDU)" userId="28ca3ff0-544f-450a-928b-99e19cf49b89" providerId="ADAL" clId="{FDDA6EB0-4FD6-4516-ACA5-A4CAC6441DA7}" dt="2026-03-17T16:46:10.930" v="2340" actId="478"/>
          <ac:spMkLst>
            <pc:docMk/>
            <pc:sldMk cId="468829821" sldId="263"/>
            <ac:spMk id="12" creationId="{BEA36D8F-0E07-F2F3-AE7C-FE5856113D1B}"/>
          </ac:spMkLst>
        </pc:spChg>
        <pc:spChg chg="add mod">
          <ac:chgData name="Frommer, Ian Dr. (EDU)" userId="28ca3ff0-544f-450a-928b-99e19cf49b89" providerId="ADAL" clId="{FDDA6EB0-4FD6-4516-ACA5-A4CAC6441DA7}" dt="2026-03-17T21:51:38.532" v="3069" actId="403"/>
          <ac:spMkLst>
            <pc:docMk/>
            <pc:sldMk cId="468829821" sldId="263"/>
            <ac:spMk id="14" creationId="{6FB9084E-E24B-A3C7-0C75-4A18C75BDE5C}"/>
          </ac:spMkLst>
        </pc:spChg>
        <pc:spChg chg="add mod">
          <ac:chgData name="Frommer, Ian Dr. (EDU)" userId="28ca3ff0-544f-450a-928b-99e19cf49b89" providerId="ADAL" clId="{FDDA6EB0-4FD6-4516-ACA5-A4CAC6441DA7}" dt="2026-03-17T21:55:06.453" v="3124" actId="404"/>
          <ac:spMkLst>
            <pc:docMk/>
            <pc:sldMk cId="468829821" sldId="263"/>
            <ac:spMk id="15" creationId="{E0C3896D-19A5-DD5F-E09C-71551F93EE2A}"/>
          </ac:spMkLst>
        </pc:spChg>
        <pc:spChg chg="add mod">
          <ac:chgData name="Frommer, Ian Dr. (EDU)" userId="28ca3ff0-544f-450a-928b-99e19cf49b89" providerId="ADAL" clId="{FDDA6EB0-4FD6-4516-ACA5-A4CAC6441DA7}" dt="2026-03-17T21:55:27.755" v="3127" actId="1036"/>
          <ac:spMkLst>
            <pc:docMk/>
            <pc:sldMk cId="468829821" sldId="263"/>
            <ac:spMk id="16" creationId="{8CB4479A-5419-DC3C-D9F6-E20E718E5CBA}"/>
          </ac:spMkLst>
        </pc:spChg>
        <pc:spChg chg="add mod">
          <ac:chgData name="Frommer, Ian Dr. (EDU)" userId="28ca3ff0-544f-450a-928b-99e19cf49b89" providerId="ADAL" clId="{FDDA6EB0-4FD6-4516-ACA5-A4CAC6441DA7}" dt="2026-03-17T21:55:50.533" v="3128" actId="2711"/>
          <ac:spMkLst>
            <pc:docMk/>
            <pc:sldMk cId="468829821" sldId="263"/>
            <ac:spMk id="17" creationId="{22703CF1-CA66-02CF-220B-4E1FA76A90C5}"/>
          </ac:spMkLst>
        </pc:spChg>
        <pc:spChg chg="add mod">
          <ac:chgData name="Frommer, Ian Dr. (EDU)" userId="28ca3ff0-544f-450a-928b-99e19cf49b89" providerId="ADAL" clId="{FDDA6EB0-4FD6-4516-ACA5-A4CAC6441DA7}" dt="2026-03-18T13:47:07.473" v="3980" actId="1076"/>
          <ac:spMkLst>
            <pc:docMk/>
            <pc:sldMk cId="468829821" sldId="263"/>
            <ac:spMk id="23" creationId="{1F1C4317-1580-8D65-4C38-598F27AC49C8}"/>
          </ac:spMkLst>
        </pc:spChg>
        <pc:picChg chg="add mod modCrop">
          <ac:chgData name="Frommer, Ian Dr. (EDU)" userId="28ca3ff0-544f-450a-928b-99e19cf49b89" providerId="ADAL" clId="{FDDA6EB0-4FD6-4516-ACA5-A4CAC6441DA7}" dt="2026-03-18T13:47:21.662" v="3981" actId="1076"/>
          <ac:picMkLst>
            <pc:docMk/>
            <pc:sldMk cId="468829821" sldId="263"/>
            <ac:picMk id="4" creationId="{DC70B660-3044-733A-F974-B0EAC510702A}"/>
          </ac:picMkLst>
        </pc:picChg>
        <pc:cxnChg chg="add mod">
          <ac:chgData name="Frommer, Ian Dr. (EDU)" userId="28ca3ff0-544f-450a-928b-99e19cf49b89" providerId="ADAL" clId="{FDDA6EB0-4FD6-4516-ACA5-A4CAC6441DA7}" dt="2026-03-17T21:53:01.993" v="3081" actId="13822"/>
          <ac:cxnSpMkLst>
            <pc:docMk/>
            <pc:sldMk cId="468829821" sldId="263"/>
            <ac:cxnSpMk id="8" creationId="{AFA4C9E9-62A5-34A5-BC94-D0ABBBFFEFD6}"/>
          </ac:cxnSpMkLst>
        </pc:cxnChg>
        <pc:cxnChg chg="add mod">
          <ac:chgData name="Frommer, Ian Dr. (EDU)" userId="28ca3ff0-544f-450a-928b-99e19cf49b89" providerId="ADAL" clId="{FDDA6EB0-4FD6-4516-ACA5-A4CAC6441DA7}" dt="2026-03-17T21:53:08.193" v="3082" actId="13822"/>
          <ac:cxnSpMkLst>
            <pc:docMk/>
            <pc:sldMk cId="468829821" sldId="263"/>
            <ac:cxnSpMk id="9" creationId="{DA8481E8-0F82-84D3-C1DD-9868E7C4BD79}"/>
          </ac:cxnSpMkLst>
        </pc:cxnChg>
        <pc:cxnChg chg="add mod">
          <ac:chgData name="Frommer, Ian Dr. (EDU)" userId="28ca3ff0-544f-450a-928b-99e19cf49b89" providerId="ADAL" clId="{FDDA6EB0-4FD6-4516-ACA5-A4CAC6441DA7}" dt="2026-03-17T21:55:27.755" v="3127" actId="1036"/>
          <ac:cxnSpMkLst>
            <pc:docMk/>
            <pc:sldMk cId="468829821" sldId="263"/>
            <ac:cxnSpMk id="12" creationId="{9FDC7B9A-3849-1BBE-2137-848ADB6C51F0}"/>
          </ac:cxnSpMkLst>
        </pc:cxnChg>
        <pc:cxnChg chg="add mod">
          <ac:chgData name="Frommer, Ian Dr. (EDU)" userId="28ca3ff0-544f-450a-928b-99e19cf49b89" providerId="ADAL" clId="{FDDA6EB0-4FD6-4516-ACA5-A4CAC6441DA7}" dt="2026-03-17T21:53:42.872" v="3088" actId="1076"/>
          <ac:cxnSpMkLst>
            <pc:docMk/>
            <pc:sldMk cId="468829821" sldId="263"/>
            <ac:cxnSpMk id="18" creationId="{AAD04AC8-306C-8A3C-517A-6C778DCB571B}"/>
          </ac:cxnSpMkLst>
        </pc:cxnChg>
        <pc:cxnChg chg="add mod">
          <ac:chgData name="Frommer, Ian Dr. (EDU)" userId="28ca3ff0-544f-450a-928b-99e19cf49b89" providerId="ADAL" clId="{FDDA6EB0-4FD6-4516-ACA5-A4CAC6441DA7}" dt="2026-03-17T21:54:02.888" v="3094" actId="14100"/>
          <ac:cxnSpMkLst>
            <pc:docMk/>
            <pc:sldMk cId="468829821" sldId="263"/>
            <ac:cxnSpMk id="19" creationId="{531B9AEC-6C99-B7F1-840E-11CB353A0D93}"/>
          </ac:cxnSpMkLst>
        </pc:cxnChg>
      </pc:sldChg>
      <pc:sldChg chg="addSp modSp new del mod ord">
        <pc:chgData name="Frommer, Ian Dr. (EDU)" userId="28ca3ff0-544f-450a-928b-99e19cf49b89" providerId="ADAL" clId="{FDDA6EB0-4FD6-4516-ACA5-A4CAC6441DA7}" dt="2026-03-17T15:56:57.061" v="2135" actId="2696"/>
        <pc:sldMkLst>
          <pc:docMk/>
          <pc:sldMk cId="2783845803" sldId="264"/>
        </pc:sldMkLst>
        <pc:spChg chg="mod">
          <ac:chgData name="Frommer, Ian Dr. (EDU)" userId="28ca3ff0-544f-450a-928b-99e19cf49b89" providerId="ADAL" clId="{FDDA6EB0-4FD6-4516-ACA5-A4CAC6441DA7}" dt="2026-03-17T15:07:35.996" v="1541" actId="20577"/>
          <ac:spMkLst>
            <pc:docMk/>
            <pc:sldMk cId="2783845803" sldId="264"/>
            <ac:spMk id="2" creationId="{56A5D3DD-DFF6-DEC2-8D2E-889E2AB13CEF}"/>
          </ac:spMkLst>
        </pc:spChg>
        <pc:spChg chg="mod">
          <ac:chgData name="Frommer, Ian Dr. (EDU)" userId="28ca3ff0-544f-450a-928b-99e19cf49b89" providerId="ADAL" clId="{FDDA6EB0-4FD6-4516-ACA5-A4CAC6441DA7}" dt="2026-03-17T15:33:44.880" v="1677" actId="6549"/>
          <ac:spMkLst>
            <pc:docMk/>
            <pc:sldMk cId="2783845803" sldId="264"/>
            <ac:spMk id="3" creationId="{C97AEA03-FA0F-6B0F-8EE2-7052D930CDC4}"/>
          </ac:spMkLst>
        </pc:spChg>
        <pc:picChg chg="add mod">
          <ac:chgData name="Frommer, Ian Dr. (EDU)" userId="28ca3ff0-544f-450a-928b-99e19cf49b89" providerId="ADAL" clId="{FDDA6EB0-4FD6-4516-ACA5-A4CAC6441DA7}" dt="2026-03-17T15:32:48.057" v="1565" actId="1076"/>
          <ac:picMkLst>
            <pc:docMk/>
            <pc:sldMk cId="2783845803" sldId="264"/>
            <ac:picMk id="5" creationId="{105B4C11-9F70-EABC-A5F9-184D79800F4C}"/>
          </ac:picMkLst>
        </pc:picChg>
      </pc:sldChg>
      <pc:sldChg chg="modSp add mod">
        <pc:chgData name="Frommer, Ian Dr. (EDU)" userId="28ca3ff0-544f-450a-928b-99e19cf49b89" providerId="ADAL" clId="{FDDA6EB0-4FD6-4516-ACA5-A4CAC6441DA7}" dt="2026-03-17T21:49:04.466" v="2994" actId="20577"/>
        <pc:sldMkLst>
          <pc:docMk/>
          <pc:sldMk cId="3776496281" sldId="265"/>
        </pc:sldMkLst>
        <pc:spChg chg="mod">
          <ac:chgData name="Frommer, Ian Dr. (EDU)" userId="28ca3ff0-544f-450a-928b-99e19cf49b89" providerId="ADAL" clId="{FDDA6EB0-4FD6-4516-ACA5-A4CAC6441DA7}" dt="2026-03-17T21:48:25.408" v="2971" actId="2711"/>
          <ac:spMkLst>
            <pc:docMk/>
            <pc:sldMk cId="3776496281" sldId="265"/>
            <ac:spMk id="2" creationId="{B3CE5066-76AF-9993-7A9F-FF5BF60D20A1}"/>
          </ac:spMkLst>
        </pc:spChg>
        <pc:spChg chg="mod">
          <ac:chgData name="Frommer, Ian Dr. (EDU)" userId="28ca3ff0-544f-450a-928b-99e19cf49b89" providerId="ADAL" clId="{FDDA6EB0-4FD6-4516-ACA5-A4CAC6441DA7}" dt="2026-03-17T21:49:04.466" v="2994" actId="20577"/>
          <ac:spMkLst>
            <pc:docMk/>
            <pc:sldMk cId="3776496281" sldId="265"/>
            <ac:spMk id="3" creationId="{73056538-3068-D19D-01A4-666614AF8591}"/>
          </ac:spMkLst>
        </pc:spChg>
      </pc:sldChg>
      <pc:sldChg chg="modSp new mod">
        <pc:chgData name="Frommer, Ian Dr. (EDU)" userId="28ca3ff0-544f-450a-928b-99e19cf49b89" providerId="ADAL" clId="{FDDA6EB0-4FD6-4516-ACA5-A4CAC6441DA7}" dt="2026-03-17T16:41:44.401" v="2291" actId="20577"/>
        <pc:sldMkLst>
          <pc:docMk/>
          <pc:sldMk cId="1754444182" sldId="266"/>
        </pc:sldMkLst>
        <pc:spChg chg="mod">
          <ac:chgData name="Frommer, Ian Dr. (EDU)" userId="28ca3ff0-544f-450a-928b-99e19cf49b89" providerId="ADAL" clId="{FDDA6EB0-4FD6-4516-ACA5-A4CAC6441DA7}" dt="2026-03-17T16:41:00.547" v="2145" actId="20577"/>
          <ac:spMkLst>
            <pc:docMk/>
            <pc:sldMk cId="1754444182" sldId="266"/>
            <ac:spMk id="2" creationId="{A6BBF65A-AEEF-F168-2DDE-7F55466E52D2}"/>
          </ac:spMkLst>
        </pc:spChg>
        <pc:spChg chg="mod">
          <ac:chgData name="Frommer, Ian Dr. (EDU)" userId="28ca3ff0-544f-450a-928b-99e19cf49b89" providerId="ADAL" clId="{FDDA6EB0-4FD6-4516-ACA5-A4CAC6441DA7}" dt="2026-03-17T16:41:44.401" v="2291" actId="20577"/>
          <ac:spMkLst>
            <pc:docMk/>
            <pc:sldMk cId="1754444182" sldId="266"/>
            <ac:spMk id="3" creationId="{B8967171-35EA-448F-0BF7-B7615B1A56A1}"/>
          </ac:spMkLst>
        </pc:spChg>
      </pc:sldChg>
      <pc:sldChg chg="addSp modSp new mod">
        <pc:chgData name="Frommer, Ian Dr. (EDU)" userId="28ca3ff0-544f-450a-928b-99e19cf49b89" providerId="ADAL" clId="{FDDA6EB0-4FD6-4516-ACA5-A4CAC6441DA7}" dt="2026-03-18T13:58:54.839" v="4092" actId="113"/>
        <pc:sldMkLst>
          <pc:docMk/>
          <pc:sldMk cId="278971486" sldId="267"/>
        </pc:sldMkLst>
        <pc:spChg chg="mod">
          <ac:chgData name="Frommer, Ian Dr. (EDU)" userId="28ca3ff0-544f-450a-928b-99e19cf49b89" providerId="ADAL" clId="{FDDA6EB0-4FD6-4516-ACA5-A4CAC6441DA7}" dt="2026-03-18T13:58:54.839" v="4092" actId="113"/>
          <ac:spMkLst>
            <pc:docMk/>
            <pc:sldMk cId="278971486" sldId="267"/>
            <ac:spMk id="2" creationId="{4BB2654C-5089-2DF8-5B00-04AB53FDB321}"/>
          </ac:spMkLst>
        </pc:spChg>
        <pc:spChg chg="mod">
          <ac:chgData name="Frommer, Ian Dr. (EDU)" userId="28ca3ff0-544f-450a-928b-99e19cf49b89" providerId="ADAL" clId="{FDDA6EB0-4FD6-4516-ACA5-A4CAC6441DA7}" dt="2026-03-17T22:11:42.844" v="3533" actId="1076"/>
          <ac:spMkLst>
            <pc:docMk/>
            <pc:sldMk cId="278971486" sldId="267"/>
            <ac:spMk id="3" creationId="{95F1487A-C755-A190-158E-6F4705CF59C4}"/>
          </ac:spMkLst>
        </pc:spChg>
        <pc:spChg chg="add mod">
          <ac:chgData name="Frommer, Ian Dr. (EDU)" userId="28ca3ff0-544f-450a-928b-99e19cf49b89" providerId="ADAL" clId="{FDDA6EB0-4FD6-4516-ACA5-A4CAC6441DA7}" dt="2026-03-17T22:10:00.944" v="3387" actId="13926"/>
          <ac:spMkLst>
            <pc:docMk/>
            <pc:sldMk cId="278971486" sldId="267"/>
            <ac:spMk id="5" creationId="{3BFBA9A4-781A-BD13-BAEC-E0AF15FEFBC8}"/>
          </ac:spMkLst>
        </pc:spChg>
        <pc:picChg chg="add mod">
          <ac:chgData name="Frommer, Ian Dr. (EDU)" userId="28ca3ff0-544f-450a-928b-99e19cf49b89" providerId="ADAL" clId="{FDDA6EB0-4FD6-4516-ACA5-A4CAC6441DA7}" dt="2026-03-17T22:11:30.450" v="3528" actId="1076"/>
          <ac:picMkLst>
            <pc:docMk/>
            <pc:sldMk cId="278971486" sldId="267"/>
            <ac:picMk id="6" creationId="{920DD08A-7BE0-496F-5317-834A6D241E81}"/>
          </ac:picMkLst>
        </pc:picChg>
      </pc:sldChg>
      <pc:sldChg chg="addSp modSp new mod modAnim">
        <pc:chgData name="Frommer, Ian Dr. (EDU)" userId="28ca3ff0-544f-450a-928b-99e19cf49b89" providerId="ADAL" clId="{FDDA6EB0-4FD6-4516-ACA5-A4CAC6441DA7}" dt="2026-03-18T17:34:03.081" v="5877" actId="20577"/>
        <pc:sldMkLst>
          <pc:docMk/>
          <pc:sldMk cId="3807698178" sldId="268"/>
        </pc:sldMkLst>
        <pc:spChg chg="mod">
          <ac:chgData name="Frommer, Ian Dr. (EDU)" userId="28ca3ff0-544f-450a-928b-99e19cf49b89" providerId="ADAL" clId="{FDDA6EB0-4FD6-4516-ACA5-A4CAC6441DA7}" dt="2026-03-18T17:34:03.081" v="5877" actId="20577"/>
          <ac:spMkLst>
            <pc:docMk/>
            <pc:sldMk cId="3807698178" sldId="268"/>
            <ac:spMk id="2" creationId="{B6334EF0-7F89-EAA6-4BBA-67099559F22D}"/>
          </ac:spMkLst>
        </pc:spChg>
        <pc:spChg chg="mod">
          <ac:chgData name="Frommer, Ian Dr. (EDU)" userId="28ca3ff0-544f-450a-928b-99e19cf49b89" providerId="ADAL" clId="{FDDA6EB0-4FD6-4516-ACA5-A4CAC6441DA7}" dt="2026-03-18T17:26:48.134" v="5727" actId="1036"/>
          <ac:spMkLst>
            <pc:docMk/>
            <pc:sldMk cId="3807698178" sldId="268"/>
            <ac:spMk id="3" creationId="{9A913983-E635-93C1-1067-C044D098A767}"/>
          </ac:spMkLst>
        </pc:spChg>
        <pc:spChg chg="add mod">
          <ac:chgData name="Frommer, Ian Dr. (EDU)" userId="28ca3ff0-544f-450a-928b-99e19cf49b89" providerId="ADAL" clId="{FDDA6EB0-4FD6-4516-ACA5-A4CAC6441DA7}" dt="2026-03-18T17:26:48.134" v="5727" actId="1036"/>
          <ac:spMkLst>
            <pc:docMk/>
            <pc:sldMk cId="3807698178" sldId="268"/>
            <ac:spMk id="6" creationId="{C4B10510-9F95-4D19-9DD7-BC28F2029A4D}"/>
          </ac:spMkLst>
        </pc:spChg>
        <pc:spChg chg="add mod">
          <ac:chgData name="Frommer, Ian Dr. (EDU)" userId="28ca3ff0-544f-450a-928b-99e19cf49b89" providerId="ADAL" clId="{FDDA6EB0-4FD6-4516-ACA5-A4CAC6441DA7}" dt="2026-03-18T17:28:16.950" v="5738" actId="948"/>
          <ac:spMkLst>
            <pc:docMk/>
            <pc:sldMk cId="3807698178" sldId="268"/>
            <ac:spMk id="8" creationId="{69697C47-48D1-F9A8-0158-51FA1E98BF55}"/>
          </ac:spMkLst>
        </pc:spChg>
        <pc:picChg chg="add mod modCrop">
          <ac:chgData name="Frommer, Ian Dr. (EDU)" userId="28ca3ff0-544f-450a-928b-99e19cf49b89" providerId="ADAL" clId="{FDDA6EB0-4FD6-4516-ACA5-A4CAC6441DA7}" dt="2026-03-18T17:26:48.134" v="5727" actId="1036"/>
          <ac:picMkLst>
            <pc:docMk/>
            <pc:sldMk cId="3807698178" sldId="268"/>
            <ac:picMk id="4" creationId="{8BBE782B-7DA9-7DEA-5554-A2D3302BA016}"/>
          </ac:picMkLst>
        </pc:picChg>
      </pc:sldChg>
      <pc:sldChg chg="modSp new del mod">
        <pc:chgData name="Frommer, Ian Dr. (EDU)" userId="28ca3ff0-544f-450a-928b-99e19cf49b89" providerId="ADAL" clId="{FDDA6EB0-4FD6-4516-ACA5-A4CAC6441DA7}" dt="2026-03-18T17:00:17.075" v="5163" actId="2696"/>
        <pc:sldMkLst>
          <pc:docMk/>
          <pc:sldMk cId="1054469677" sldId="269"/>
        </pc:sldMkLst>
        <pc:spChg chg="mod">
          <ac:chgData name="Frommer, Ian Dr. (EDU)" userId="28ca3ff0-544f-450a-928b-99e19cf49b89" providerId="ADAL" clId="{FDDA6EB0-4FD6-4516-ACA5-A4CAC6441DA7}" dt="2026-03-17T22:16:55.159" v="3675" actId="20577"/>
          <ac:spMkLst>
            <pc:docMk/>
            <pc:sldMk cId="1054469677" sldId="269"/>
            <ac:spMk id="3" creationId="{482AE98D-FA8F-E9FD-136A-765E674899EB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3-18T14:26:54.096" v="4471"/>
        <pc:sldMkLst>
          <pc:docMk/>
          <pc:sldMk cId="812121915" sldId="270"/>
        </pc:sldMkLst>
        <pc:spChg chg="mod">
          <ac:chgData name="Frommer, Ian Dr. (EDU)" userId="28ca3ff0-544f-450a-928b-99e19cf49b89" providerId="ADAL" clId="{FDDA6EB0-4FD6-4516-ACA5-A4CAC6441DA7}" dt="2026-03-18T13:59:52.559" v="4115" actId="2711"/>
          <ac:spMkLst>
            <pc:docMk/>
            <pc:sldMk cId="812121915" sldId="270"/>
            <ac:spMk id="2" creationId="{DB051376-E1CD-BFC8-C347-955B8BA9B665}"/>
          </ac:spMkLst>
        </pc:spChg>
        <pc:spChg chg="mod">
          <ac:chgData name="Frommer, Ian Dr. (EDU)" userId="28ca3ff0-544f-450a-928b-99e19cf49b89" providerId="ADAL" clId="{FDDA6EB0-4FD6-4516-ACA5-A4CAC6441DA7}" dt="2026-03-18T14:07:46.899" v="4395" actId="20577"/>
          <ac:spMkLst>
            <pc:docMk/>
            <pc:sldMk cId="812121915" sldId="270"/>
            <ac:spMk id="3" creationId="{08C27F1E-E0B3-730E-AB45-685D0AF8B346}"/>
          </ac:spMkLst>
        </pc:spChg>
        <pc:spChg chg="add mod">
          <ac:chgData name="Frommer, Ian Dr. (EDU)" userId="28ca3ff0-544f-450a-928b-99e19cf49b89" providerId="ADAL" clId="{FDDA6EB0-4FD6-4516-ACA5-A4CAC6441DA7}" dt="2026-03-18T14:08:32.638" v="4407" actId="20577"/>
          <ac:spMkLst>
            <pc:docMk/>
            <pc:sldMk cId="812121915" sldId="270"/>
            <ac:spMk id="5" creationId="{00AAB937-E8F4-004D-0894-60C5E3EAF228}"/>
          </ac:spMkLst>
        </pc:spChg>
        <pc:spChg chg="add mod">
          <ac:chgData name="Frommer, Ian Dr. (EDU)" userId="28ca3ff0-544f-450a-928b-99e19cf49b89" providerId="ADAL" clId="{FDDA6EB0-4FD6-4516-ACA5-A4CAC6441DA7}" dt="2026-03-18T14:26:50.956" v="4470" actId="1076"/>
          <ac:spMkLst>
            <pc:docMk/>
            <pc:sldMk cId="812121915" sldId="270"/>
            <ac:spMk id="6" creationId="{3CDF019A-57E1-DFD8-C715-A16A102FAA60}"/>
          </ac:spMkLst>
        </pc:spChg>
      </pc:sldChg>
      <pc:sldChg chg="addSp delSp modSp new mod delAnim modAnim">
        <pc:chgData name="Frommer, Ian Dr. (EDU)" userId="28ca3ff0-544f-450a-928b-99e19cf49b89" providerId="ADAL" clId="{FDDA6EB0-4FD6-4516-ACA5-A4CAC6441DA7}" dt="2026-03-18T15:18:24.559" v="5057" actId="1076"/>
        <pc:sldMkLst>
          <pc:docMk/>
          <pc:sldMk cId="1250364726" sldId="271"/>
        </pc:sldMkLst>
        <pc:spChg chg="mod">
          <ac:chgData name="Frommer, Ian Dr. (EDU)" userId="28ca3ff0-544f-450a-928b-99e19cf49b89" providerId="ADAL" clId="{FDDA6EB0-4FD6-4516-ACA5-A4CAC6441DA7}" dt="2026-03-18T14:39:59.874" v="4580" actId="14100"/>
          <ac:spMkLst>
            <pc:docMk/>
            <pc:sldMk cId="1250364726" sldId="271"/>
            <ac:spMk id="2" creationId="{4C583150-4CE6-C050-8C20-CF621AFFA8C4}"/>
          </ac:spMkLst>
        </pc:spChg>
        <pc:spChg chg="del mod">
          <ac:chgData name="Frommer, Ian Dr. (EDU)" userId="28ca3ff0-544f-450a-928b-99e19cf49b89" providerId="ADAL" clId="{FDDA6EB0-4FD6-4516-ACA5-A4CAC6441DA7}" dt="2026-03-18T14:20:46.166" v="4423" actId="478"/>
          <ac:spMkLst>
            <pc:docMk/>
            <pc:sldMk cId="1250364726" sldId="271"/>
            <ac:spMk id="3" creationId="{C6A8CAD8-8C86-91CC-0DE7-5971EA5251AB}"/>
          </ac:spMkLst>
        </pc:spChg>
        <pc:spChg chg="add del mod">
          <ac:chgData name="Frommer, Ian Dr. (EDU)" userId="28ca3ff0-544f-450a-928b-99e19cf49b89" providerId="ADAL" clId="{FDDA6EB0-4FD6-4516-ACA5-A4CAC6441DA7}" dt="2026-03-18T14:15:08.607" v="4422" actId="478"/>
          <ac:spMkLst>
            <pc:docMk/>
            <pc:sldMk cId="1250364726" sldId="271"/>
            <ac:spMk id="5" creationId="{855B216F-41DA-E774-304C-E5C87D54D9DD}"/>
          </ac:spMkLst>
        </pc:spChg>
        <pc:spChg chg="add del mod">
          <ac:chgData name="Frommer, Ian Dr. (EDU)" userId="28ca3ff0-544f-450a-928b-99e19cf49b89" providerId="ADAL" clId="{FDDA6EB0-4FD6-4516-ACA5-A4CAC6441DA7}" dt="2026-03-18T15:03:18.530" v="4866" actId="478"/>
          <ac:spMkLst>
            <pc:docMk/>
            <pc:sldMk cId="1250364726" sldId="271"/>
            <ac:spMk id="7" creationId="{62A8247B-22AE-6EB9-B444-B0F1DB3CB682}"/>
          </ac:spMkLst>
        </pc:spChg>
        <pc:spChg chg="add del mod">
          <ac:chgData name="Frommer, Ian Dr. (EDU)" userId="28ca3ff0-544f-450a-928b-99e19cf49b89" providerId="ADAL" clId="{FDDA6EB0-4FD6-4516-ACA5-A4CAC6441DA7}" dt="2026-03-18T15:03:18.530" v="4866" actId="478"/>
          <ac:spMkLst>
            <pc:docMk/>
            <pc:sldMk cId="1250364726" sldId="271"/>
            <ac:spMk id="9" creationId="{ABCD7139-C8E1-61B1-91C3-A6E7F99DB92D}"/>
          </ac:spMkLst>
        </pc:spChg>
        <pc:spChg chg="add del mod">
          <ac:chgData name="Frommer, Ian Dr. (EDU)" userId="28ca3ff0-544f-450a-928b-99e19cf49b89" providerId="ADAL" clId="{FDDA6EB0-4FD6-4516-ACA5-A4CAC6441DA7}" dt="2026-03-18T15:03:18.530" v="4866" actId="478"/>
          <ac:spMkLst>
            <pc:docMk/>
            <pc:sldMk cId="1250364726" sldId="271"/>
            <ac:spMk id="10" creationId="{252A67CA-A0D1-A45C-32F2-BC065985A5A4}"/>
          </ac:spMkLst>
        </pc:spChg>
        <pc:spChg chg="add del mod">
          <ac:chgData name="Frommer, Ian Dr. (EDU)" userId="28ca3ff0-544f-450a-928b-99e19cf49b89" providerId="ADAL" clId="{FDDA6EB0-4FD6-4516-ACA5-A4CAC6441DA7}" dt="2026-03-18T15:03:18.530" v="4866" actId="478"/>
          <ac:spMkLst>
            <pc:docMk/>
            <pc:sldMk cId="1250364726" sldId="271"/>
            <ac:spMk id="11" creationId="{C37D7CA5-712E-3AF0-BD55-F9C4C3E30813}"/>
          </ac:spMkLst>
        </pc:spChg>
        <pc:spChg chg="add del mod">
          <ac:chgData name="Frommer, Ian Dr. (EDU)" userId="28ca3ff0-544f-450a-928b-99e19cf49b89" providerId="ADAL" clId="{FDDA6EB0-4FD6-4516-ACA5-A4CAC6441DA7}" dt="2026-03-18T14:57:02.905" v="4862"/>
          <ac:spMkLst>
            <pc:docMk/>
            <pc:sldMk cId="1250364726" sldId="271"/>
            <ac:spMk id="19" creationId="{234E4EED-7789-2013-BD12-6141901F5814}"/>
          </ac:spMkLst>
        </pc:spChg>
        <pc:spChg chg="add del mod">
          <ac:chgData name="Frommer, Ian Dr. (EDU)" userId="28ca3ff0-544f-450a-928b-99e19cf49b89" providerId="ADAL" clId="{FDDA6EB0-4FD6-4516-ACA5-A4CAC6441DA7}" dt="2026-03-18T15:03:26.911" v="4867" actId="478"/>
          <ac:spMkLst>
            <pc:docMk/>
            <pc:sldMk cId="1250364726" sldId="271"/>
            <ac:spMk id="25" creationId="{9DC5649D-2DC5-CEF9-C627-64ED0CD7BF89}"/>
          </ac:spMkLst>
        </pc:spChg>
        <pc:spChg chg="add mod">
          <ac:chgData name="Frommer, Ian Dr. (EDU)" userId="28ca3ff0-544f-450a-928b-99e19cf49b89" providerId="ADAL" clId="{FDDA6EB0-4FD6-4516-ACA5-A4CAC6441DA7}" dt="2026-03-18T15:04:36.484" v="4897" actId="403"/>
          <ac:spMkLst>
            <pc:docMk/>
            <pc:sldMk cId="1250364726" sldId="271"/>
            <ac:spMk id="29" creationId="{03BA9587-BE65-2508-BD67-4B1AB81B3135}"/>
          </ac:spMkLst>
        </pc:spChg>
        <pc:spChg chg="add mod">
          <ac:chgData name="Frommer, Ian Dr. (EDU)" userId="28ca3ff0-544f-450a-928b-99e19cf49b89" providerId="ADAL" clId="{FDDA6EB0-4FD6-4516-ACA5-A4CAC6441DA7}" dt="2026-03-18T15:05:23.569" v="4958" actId="2711"/>
          <ac:spMkLst>
            <pc:docMk/>
            <pc:sldMk cId="1250364726" sldId="271"/>
            <ac:spMk id="30" creationId="{24B7DE83-B265-1A0E-7F86-BA44F46CEE3C}"/>
          </ac:spMkLst>
        </pc:spChg>
        <pc:spChg chg="add mod">
          <ac:chgData name="Frommer, Ian Dr. (EDU)" userId="28ca3ff0-544f-450a-928b-99e19cf49b89" providerId="ADAL" clId="{FDDA6EB0-4FD6-4516-ACA5-A4CAC6441DA7}" dt="2026-03-18T15:18:24.559" v="5057" actId="1076"/>
          <ac:spMkLst>
            <pc:docMk/>
            <pc:sldMk cId="1250364726" sldId="271"/>
            <ac:spMk id="31" creationId="{E9725E87-3E75-BA99-3DCD-BD62577A40B5}"/>
          </ac:spMkLst>
        </pc:spChg>
        <pc:picChg chg="add mod">
          <ac:chgData name="Frommer, Ian Dr. (EDU)" userId="28ca3ff0-544f-450a-928b-99e19cf49b89" providerId="ADAL" clId="{FDDA6EB0-4FD6-4516-ACA5-A4CAC6441DA7}" dt="2026-03-18T15:03:34.503" v="4871" actId="1076"/>
          <ac:picMkLst>
            <pc:docMk/>
            <pc:sldMk cId="1250364726" sldId="271"/>
            <ac:picMk id="27" creationId="{B44229C8-C267-F3CC-AA78-FBEE401D7A76}"/>
          </ac:picMkLst>
        </pc:picChg>
        <pc:picChg chg="add mod">
          <ac:chgData name="Frommer, Ian Dr. (EDU)" userId="28ca3ff0-544f-450a-928b-99e19cf49b89" providerId="ADAL" clId="{FDDA6EB0-4FD6-4516-ACA5-A4CAC6441DA7}" dt="2026-03-18T15:03:46.952" v="4874" actId="1076"/>
          <ac:picMkLst>
            <pc:docMk/>
            <pc:sldMk cId="1250364726" sldId="271"/>
            <ac:picMk id="28" creationId="{53425FC8-5C48-85D6-285C-0CB4AA8CCACA}"/>
          </ac:picMkLst>
        </pc:picChg>
        <pc:cxnChg chg="add del mod">
          <ac:chgData name="Frommer, Ian Dr. (EDU)" userId="28ca3ff0-544f-450a-928b-99e19cf49b89" providerId="ADAL" clId="{FDDA6EB0-4FD6-4516-ACA5-A4CAC6441DA7}" dt="2026-03-18T15:03:28.494" v="4868" actId="478"/>
          <ac:cxnSpMkLst>
            <pc:docMk/>
            <pc:sldMk cId="1250364726" sldId="271"/>
            <ac:cxnSpMk id="13" creationId="{A4DB2E15-D403-2630-CB43-7A770464FB77}"/>
          </ac:cxnSpMkLst>
        </pc:cxnChg>
        <pc:cxnChg chg="add del mod">
          <ac:chgData name="Frommer, Ian Dr. (EDU)" userId="28ca3ff0-544f-450a-928b-99e19cf49b89" providerId="ADAL" clId="{FDDA6EB0-4FD6-4516-ACA5-A4CAC6441DA7}" dt="2026-03-18T15:03:29.648" v="4869" actId="478"/>
          <ac:cxnSpMkLst>
            <pc:docMk/>
            <pc:sldMk cId="1250364726" sldId="271"/>
            <ac:cxnSpMk id="22" creationId="{D6FCE897-A828-2BC3-931B-CA20509C8516}"/>
          </ac:cxnSpMkLst>
        </pc:cxnChg>
      </pc:sldChg>
      <pc:sldChg chg="modSp new del mod">
        <pc:chgData name="Frommer, Ian Dr. (EDU)" userId="28ca3ff0-544f-450a-928b-99e19cf49b89" providerId="ADAL" clId="{FDDA6EB0-4FD6-4516-ACA5-A4CAC6441DA7}" dt="2026-03-18T17:30:00.861" v="5802" actId="2696"/>
        <pc:sldMkLst>
          <pc:docMk/>
          <pc:sldMk cId="3682503022" sldId="272"/>
        </pc:sldMkLst>
        <pc:spChg chg="mod">
          <ac:chgData name="Frommer, Ian Dr. (EDU)" userId="28ca3ff0-544f-450a-928b-99e19cf49b89" providerId="ADAL" clId="{FDDA6EB0-4FD6-4516-ACA5-A4CAC6441DA7}" dt="2026-03-18T17:29:57.099" v="5801" actId="6549"/>
          <ac:spMkLst>
            <pc:docMk/>
            <pc:sldMk cId="3682503022" sldId="272"/>
            <ac:spMk id="2" creationId="{A30F81AB-CECC-D7CB-64AC-1EBF953F8EF8}"/>
          </ac:spMkLst>
        </pc:spChg>
        <pc:spChg chg="mod">
          <ac:chgData name="Frommer, Ian Dr. (EDU)" userId="28ca3ff0-544f-450a-928b-99e19cf49b89" providerId="ADAL" clId="{FDDA6EB0-4FD6-4516-ACA5-A4CAC6441DA7}" dt="2026-03-18T14:03:21.175" v="4138" actId="20577"/>
          <ac:spMkLst>
            <pc:docMk/>
            <pc:sldMk cId="3682503022" sldId="272"/>
            <ac:spMk id="3" creationId="{38EF0B00-E57D-06BB-DF2E-866758511283}"/>
          </ac:spMkLst>
        </pc:spChg>
      </pc:sldChg>
      <pc:sldChg chg="addSp delSp new del mod">
        <pc:chgData name="Frommer, Ian Dr. (EDU)" userId="28ca3ff0-544f-450a-928b-99e19cf49b89" providerId="ADAL" clId="{FDDA6EB0-4FD6-4516-ACA5-A4CAC6441DA7}" dt="2026-03-18T15:18:49.620" v="5058" actId="2696"/>
        <pc:sldMkLst>
          <pc:docMk/>
          <pc:sldMk cId="1775114306" sldId="273"/>
        </pc:sldMkLst>
        <pc:picChg chg="add del">
          <ac:chgData name="Frommer, Ian Dr. (EDU)" userId="28ca3ff0-544f-450a-928b-99e19cf49b89" providerId="ADAL" clId="{FDDA6EB0-4FD6-4516-ACA5-A4CAC6441DA7}" dt="2026-03-18T15:03:40.059" v="4872" actId="21"/>
          <ac:picMkLst>
            <pc:docMk/>
            <pc:sldMk cId="1775114306" sldId="273"/>
            <ac:picMk id="5" creationId="{53425FC8-5C48-85D6-285C-0CB4AA8CCACA}"/>
          </ac:picMkLst>
        </pc:picChg>
      </pc:sldChg>
      <pc:sldChg chg="modSp add mod">
        <pc:chgData name="Frommer, Ian Dr. (EDU)" userId="28ca3ff0-544f-450a-928b-99e19cf49b89" providerId="ADAL" clId="{FDDA6EB0-4FD6-4516-ACA5-A4CAC6441DA7}" dt="2026-03-18T15:09:41.384" v="4993" actId="1038"/>
        <pc:sldMkLst>
          <pc:docMk/>
          <pc:sldMk cId="1771251539" sldId="274"/>
        </pc:sldMkLst>
        <pc:spChg chg="mod">
          <ac:chgData name="Frommer, Ian Dr. (EDU)" userId="28ca3ff0-544f-450a-928b-99e19cf49b89" providerId="ADAL" clId="{FDDA6EB0-4FD6-4516-ACA5-A4CAC6441DA7}" dt="2026-03-18T15:09:33.567" v="4978" actId="1035"/>
          <ac:spMkLst>
            <pc:docMk/>
            <pc:sldMk cId="1771251539" sldId="274"/>
            <ac:spMk id="9" creationId="{E93F8AB5-5821-60B2-AA72-035416429A25}"/>
          </ac:spMkLst>
        </pc:spChg>
        <pc:cxnChg chg="mod">
          <ac:chgData name="Frommer, Ian Dr. (EDU)" userId="28ca3ff0-544f-450a-928b-99e19cf49b89" providerId="ADAL" clId="{FDDA6EB0-4FD6-4516-ACA5-A4CAC6441DA7}" dt="2026-03-18T15:09:41.384" v="4993" actId="1038"/>
          <ac:cxnSpMkLst>
            <pc:docMk/>
            <pc:sldMk cId="1771251539" sldId="274"/>
            <ac:cxnSpMk id="22" creationId="{D424E200-EE27-F7B4-3F19-050039F502A5}"/>
          </ac:cxnSpMkLst>
        </pc:cxnChg>
      </pc:sldChg>
      <pc:sldChg chg="addSp delSp modSp new mod ord modAnim">
        <pc:chgData name="Frommer, Ian Dr. (EDU)" userId="28ca3ff0-544f-450a-928b-99e19cf49b89" providerId="ADAL" clId="{FDDA6EB0-4FD6-4516-ACA5-A4CAC6441DA7}" dt="2026-03-18T17:20:21.068" v="5486" actId="1076"/>
        <pc:sldMkLst>
          <pc:docMk/>
          <pc:sldMk cId="819316862" sldId="275"/>
        </pc:sldMkLst>
        <pc:spChg chg="del">
          <ac:chgData name="Frommer, Ian Dr. (EDU)" userId="28ca3ff0-544f-450a-928b-99e19cf49b89" providerId="ADAL" clId="{FDDA6EB0-4FD6-4516-ACA5-A4CAC6441DA7}" dt="2026-03-18T16:57:50.749" v="5156" actId="478"/>
          <ac:spMkLst>
            <pc:docMk/>
            <pc:sldMk cId="819316862" sldId="275"/>
            <ac:spMk id="2" creationId="{BD21299F-691D-38A6-06B9-01151D1F3F7E}"/>
          </ac:spMkLst>
        </pc:spChg>
        <pc:spChg chg="del">
          <ac:chgData name="Frommer, Ian Dr. (EDU)" userId="28ca3ff0-544f-450a-928b-99e19cf49b89" providerId="ADAL" clId="{FDDA6EB0-4FD6-4516-ACA5-A4CAC6441DA7}" dt="2026-03-18T16:57:50.749" v="5156" actId="478"/>
          <ac:spMkLst>
            <pc:docMk/>
            <pc:sldMk cId="819316862" sldId="275"/>
            <ac:spMk id="3" creationId="{2FED179F-58E5-AC81-8C0B-A63A07BD4E22}"/>
          </ac:spMkLst>
        </pc:spChg>
        <pc:spChg chg="add mod">
          <ac:chgData name="Frommer, Ian Dr. (EDU)" userId="28ca3ff0-544f-450a-928b-99e19cf49b89" providerId="ADAL" clId="{FDDA6EB0-4FD6-4516-ACA5-A4CAC6441DA7}" dt="2026-03-18T17:19:36.180" v="5449" actId="14100"/>
          <ac:spMkLst>
            <pc:docMk/>
            <pc:sldMk cId="819316862" sldId="275"/>
            <ac:spMk id="5" creationId="{6A2A8BE3-8842-6E66-5A42-F24749C6316A}"/>
          </ac:spMkLst>
        </pc:spChg>
        <pc:spChg chg="add mod">
          <ac:chgData name="Frommer, Ian Dr. (EDU)" userId="28ca3ff0-544f-450a-928b-99e19cf49b89" providerId="ADAL" clId="{FDDA6EB0-4FD6-4516-ACA5-A4CAC6441DA7}" dt="2026-03-18T17:20:16.756" v="5485" actId="20577"/>
          <ac:spMkLst>
            <pc:docMk/>
            <pc:sldMk cId="819316862" sldId="275"/>
            <ac:spMk id="8" creationId="{0E82D0B8-FFEA-4D0F-8E72-BA79AA1310E1}"/>
          </ac:spMkLst>
        </pc:spChg>
        <pc:picChg chg="add mod">
          <ac:chgData name="Frommer, Ian Dr. (EDU)" userId="28ca3ff0-544f-450a-928b-99e19cf49b89" providerId="ADAL" clId="{FDDA6EB0-4FD6-4516-ACA5-A4CAC6441DA7}" dt="2026-03-18T17:20:21.068" v="5486" actId="1076"/>
          <ac:picMkLst>
            <pc:docMk/>
            <pc:sldMk cId="819316862" sldId="275"/>
            <ac:picMk id="6" creationId="{EAFCA28F-BEEF-FDD1-BD01-0A685E14F773}"/>
          </ac:picMkLst>
        </pc:picChg>
        <pc:picChg chg="add mod">
          <ac:chgData name="Frommer, Ian Dr. (EDU)" userId="28ca3ff0-544f-450a-928b-99e19cf49b89" providerId="ADAL" clId="{FDDA6EB0-4FD6-4516-ACA5-A4CAC6441DA7}" dt="2026-03-18T17:19:55.551" v="5455"/>
          <ac:picMkLst>
            <pc:docMk/>
            <pc:sldMk cId="819316862" sldId="275"/>
            <ac:picMk id="7" creationId="{2A548E8D-E225-2906-DC49-5795A4A39D7D}"/>
          </ac:picMkLst>
        </pc:picChg>
      </pc:sldChg>
      <pc:sldChg chg="addSp delSp modSp new mod ord modAnim">
        <pc:chgData name="Frommer, Ian Dr. (EDU)" userId="28ca3ff0-544f-450a-928b-99e19cf49b89" providerId="ADAL" clId="{FDDA6EB0-4FD6-4516-ACA5-A4CAC6441DA7}" dt="2026-03-18T17:18:08.190" v="5437"/>
        <pc:sldMkLst>
          <pc:docMk/>
          <pc:sldMk cId="510124763" sldId="276"/>
        </pc:sldMkLst>
        <pc:spChg chg="mod">
          <ac:chgData name="Frommer, Ian Dr. (EDU)" userId="28ca3ff0-544f-450a-928b-99e19cf49b89" providerId="ADAL" clId="{FDDA6EB0-4FD6-4516-ACA5-A4CAC6441DA7}" dt="2026-03-18T17:12:06.817" v="5227" actId="1076"/>
          <ac:spMkLst>
            <pc:docMk/>
            <pc:sldMk cId="510124763" sldId="276"/>
            <ac:spMk id="2" creationId="{5AC3682B-7441-3804-A883-072CCADC8BFF}"/>
          </ac:spMkLst>
        </pc:spChg>
        <pc:spChg chg="mod">
          <ac:chgData name="Frommer, Ian Dr. (EDU)" userId="28ca3ff0-544f-450a-928b-99e19cf49b89" providerId="ADAL" clId="{FDDA6EB0-4FD6-4516-ACA5-A4CAC6441DA7}" dt="2026-03-18T17:17:57.468" v="5434" actId="14100"/>
          <ac:spMkLst>
            <pc:docMk/>
            <pc:sldMk cId="510124763" sldId="276"/>
            <ac:spMk id="3" creationId="{001BE004-D82E-9617-4147-8439EDA26037}"/>
          </ac:spMkLst>
        </pc:spChg>
        <pc:spChg chg="add del">
          <ac:chgData name="Frommer, Ian Dr. (EDU)" userId="28ca3ff0-544f-450a-928b-99e19cf49b89" providerId="ADAL" clId="{FDDA6EB0-4FD6-4516-ACA5-A4CAC6441DA7}" dt="2026-03-18T17:13:12.988" v="5235" actId="22"/>
          <ac:spMkLst>
            <pc:docMk/>
            <pc:sldMk cId="510124763" sldId="276"/>
            <ac:spMk id="9" creationId="{E202C16C-8EE0-6AD3-EDDB-E36D14899BDD}"/>
          </ac:spMkLst>
        </pc:spChg>
        <pc:spChg chg="add mod">
          <ac:chgData name="Frommer, Ian Dr. (EDU)" userId="28ca3ff0-544f-450a-928b-99e19cf49b89" providerId="ADAL" clId="{FDDA6EB0-4FD6-4516-ACA5-A4CAC6441DA7}" dt="2026-03-18T17:17:08.996" v="5373" actId="20577"/>
          <ac:spMkLst>
            <pc:docMk/>
            <pc:sldMk cId="510124763" sldId="276"/>
            <ac:spMk id="11" creationId="{29A2E0B2-D727-EC34-E009-E95984BFACA7}"/>
          </ac:spMkLst>
        </pc:spChg>
        <pc:spChg chg="add del mod">
          <ac:chgData name="Frommer, Ian Dr. (EDU)" userId="28ca3ff0-544f-450a-928b-99e19cf49b89" providerId="ADAL" clId="{FDDA6EB0-4FD6-4516-ACA5-A4CAC6441DA7}" dt="2026-03-18T17:16:22.758" v="5332"/>
          <ac:spMkLst>
            <pc:docMk/>
            <pc:sldMk cId="510124763" sldId="276"/>
            <ac:spMk id="13" creationId="{5430A034-D856-41B6-2479-139B0E48EF79}"/>
          </ac:spMkLst>
        </pc:spChg>
        <pc:picChg chg="add mod">
          <ac:chgData name="Frommer, Ian Dr. (EDU)" userId="28ca3ff0-544f-450a-928b-99e19cf49b89" providerId="ADAL" clId="{FDDA6EB0-4FD6-4516-ACA5-A4CAC6441DA7}" dt="2026-03-18T17:18:01.298" v="5436" actId="1076"/>
          <ac:picMkLst>
            <pc:docMk/>
            <pc:sldMk cId="510124763" sldId="276"/>
            <ac:picMk id="5" creationId="{91C886DD-A39F-5DC3-898F-CBE2D125AFFA}"/>
          </ac:picMkLst>
        </pc:picChg>
        <pc:picChg chg="add mod">
          <ac:chgData name="Frommer, Ian Dr. (EDU)" userId="28ca3ff0-544f-450a-928b-99e19cf49b89" providerId="ADAL" clId="{FDDA6EB0-4FD6-4516-ACA5-A4CAC6441DA7}" dt="2026-03-18T17:17:47.368" v="5431" actId="1076"/>
          <ac:picMkLst>
            <pc:docMk/>
            <pc:sldMk cId="510124763" sldId="276"/>
            <ac:picMk id="7" creationId="{B28E7441-563A-B803-6145-564082CBA557}"/>
          </ac:picMkLst>
        </pc:picChg>
      </pc:sldChg>
      <pc:sldChg chg="addSp modSp add mod">
        <pc:chgData name="Frommer, Ian Dr. (EDU)" userId="28ca3ff0-544f-450a-928b-99e19cf49b89" providerId="ADAL" clId="{FDDA6EB0-4FD6-4516-ACA5-A4CAC6441DA7}" dt="2026-03-18T17:29:29.975" v="5800" actId="2711"/>
        <pc:sldMkLst>
          <pc:docMk/>
          <pc:sldMk cId="3418251196" sldId="277"/>
        </pc:sldMkLst>
        <pc:spChg chg="add mod">
          <ac:chgData name="Frommer, Ian Dr. (EDU)" userId="28ca3ff0-544f-450a-928b-99e19cf49b89" providerId="ADAL" clId="{FDDA6EB0-4FD6-4516-ACA5-A4CAC6441DA7}" dt="2026-03-18T17:29:29.975" v="5800" actId="2711"/>
          <ac:spMkLst>
            <pc:docMk/>
            <pc:sldMk cId="3418251196" sldId="277"/>
            <ac:spMk id="2" creationId="{41C4AE18-8FD7-7E62-F3E2-71F705C5E5AE}"/>
          </ac:spMkLst>
        </pc:spChg>
        <pc:spChg chg="mod">
          <ac:chgData name="Frommer, Ian Dr. (EDU)" userId="28ca3ff0-544f-450a-928b-99e19cf49b89" providerId="ADAL" clId="{FDDA6EB0-4FD6-4516-ACA5-A4CAC6441DA7}" dt="2026-03-18T17:28:56.151" v="5741" actId="1076"/>
          <ac:spMkLst>
            <pc:docMk/>
            <pc:sldMk cId="3418251196" sldId="277"/>
            <ac:spMk id="5" creationId="{B84D0F08-9E25-C34B-63F2-DF25CB8DB64F}"/>
          </ac:spMkLst>
        </pc:spChg>
      </pc:sldChg>
      <pc:sldChg chg="modSp new mod ord">
        <pc:chgData name="Frommer, Ian Dr. (EDU)" userId="28ca3ff0-544f-450a-928b-99e19cf49b89" providerId="ADAL" clId="{FDDA6EB0-4FD6-4516-ACA5-A4CAC6441DA7}" dt="2026-03-18T17:38:12.973" v="6014" actId="20577"/>
        <pc:sldMkLst>
          <pc:docMk/>
          <pc:sldMk cId="886718553" sldId="278"/>
        </pc:sldMkLst>
        <pc:spChg chg="mod">
          <ac:chgData name="Frommer, Ian Dr. (EDU)" userId="28ca3ff0-544f-450a-928b-99e19cf49b89" providerId="ADAL" clId="{FDDA6EB0-4FD6-4516-ACA5-A4CAC6441DA7}" dt="2026-03-18T17:37:23.126" v="5893" actId="20577"/>
          <ac:spMkLst>
            <pc:docMk/>
            <pc:sldMk cId="886718553" sldId="278"/>
            <ac:spMk id="2" creationId="{B75B723F-43E6-A336-A848-37F1A19752F6}"/>
          </ac:spMkLst>
        </pc:spChg>
        <pc:spChg chg="mod">
          <ac:chgData name="Frommer, Ian Dr. (EDU)" userId="28ca3ff0-544f-450a-928b-99e19cf49b89" providerId="ADAL" clId="{FDDA6EB0-4FD6-4516-ACA5-A4CAC6441DA7}" dt="2026-03-18T17:38:12.973" v="6014" actId="20577"/>
          <ac:spMkLst>
            <pc:docMk/>
            <pc:sldMk cId="886718553" sldId="278"/>
            <ac:spMk id="3" creationId="{0E4CD936-C356-B50D-787B-0D5044C0B2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CDEA-83C8-5AA6-D3C1-6C942D105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162EB-1196-3AF3-61E7-2CBD7E6E6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A545E-753E-F480-3281-3D8EF791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BF14A-CCBB-4CC4-17B5-7BB28079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B70E6-D172-98BB-2A64-3E5FD77D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7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755C-AC46-808E-EA4B-26BC942C5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D5009-7CB8-49B5-6373-1DA687ADE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FB0F2-83FD-6CCF-8ACE-8914C9E5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D5DD0-4BE5-E87E-CA74-F743D629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9C005-A89C-7B8A-E060-D41748E1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CF56-23F6-3120-BB15-B9EB662E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395A9-8047-1911-1A81-56FE3BF67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729BC-4227-58D4-0283-B7FEC90A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C5F0C-213F-22E9-67C0-7ABFCF0F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FF20-5A73-F7BD-75C8-51AAAFEC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1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C7743-F3D3-B0B0-39FB-5085EBBC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E793B-2830-643C-A482-4786FF97B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9CFBA-B7AE-EBCD-5E13-B78D7EACF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1A6D5-EB40-619A-306F-E48819FD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87905-E9DB-CDD0-982B-90C5C3E5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97EB9-9A64-7D95-E25F-65377BCF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8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5E1C-1DB8-9015-F0CD-75E961761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6A506-6643-57C3-5FDD-0CD38D6A0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C20EC-25ED-7AD5-3F2E-FEB8B37CA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51BD1-B0D6-F616-691E-F8990CD11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C9F7F-74A9-E19D-5624-4D5415C88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C1A04-E325-73BB-B80C-FC0B6B84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0E0CC-CD80-048C-3320-1654366A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569DA-82ED-0358-8E0C-9143BFE0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ED20-90ED-EF07-92D0-C95DB278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283F2-F1A8-7977-A1F3-890E683B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57CE-A9AD-68F5-F0B7-1CB46B22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5C274-5C8D-4565-063E-2FBF06BD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2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B0049-797D-F4CE-35A0-6A773751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3627B-745F-D458-A145-E1FCB301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BFDC4-F234-8619-6406-89EF6FDD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0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BF3C-F24F-7A22-D2C9-91711306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C591D-7736-9E50-5C2D-1A130A1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D6340-1A64-2AF8-65AF-E4418DAE1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33E6B-6B59-64B5-B189-D83CCF7C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F274-A812-5E12-BFD5-C70B3DE1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7ACE1-3F90-7820-FC40-AFFC4258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6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F883-9EC5-2042-3BCF-4387C5F3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499A9F-0690-A1BE-4019-358E8AA15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1712E-6839-948E-A5A5-AD529FF37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CEEA7-2B8D-0D60-159A-DBA004B9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5E219-1671-2193-1099-7158BCD3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9E4C5-F48A-B445-1852-CA0626D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0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5DB8-43FB-5E47-191D-E09F4930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82A95-6734-6DB8-C79E-A05CA7752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396A6-5D0E-5018-8D67-2AC9AC9C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EDEE3-45F1-7FCB-E169-CA47218A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5C350-1E30-F730-462F-715DB812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6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D4937-0F51-A424-48D3-2D2522E50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0912A-6422-CD8C-AABB-716E831ED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9EC77-B871-5116-6729-E92246409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A592D-7197-5DDD-52F7-A15050C3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6416E-7C0F-BED1-2C77-93BEB81B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C9F74-01AA-2C95-BEB2-6D398E9BE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3D4A7-16FB-64A1-E67C-26324E06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FE414-0761-6474-4630-058B6B6AE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9385C-274A-4E96-B87F-21C7EC214EB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D225-9FCD-37DC-F8A2-FAF0E34E5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BBB1-3EA3-07DB-731C-A0CA35D48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9F31D-7E01-4C1B-BBE5-1B92CFCB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2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Python/s/RpcWZnFP4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ual.textualize.io/widget_gallery/" TargetMode="External"/><Relationship Id="rId2" Type="http://schemas.openxmlformats.org/officeDocument/2006/relationships/hyperlink" Target="https://textual.textualize.io/guide/widgets/#custom-widget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26AF-9837-340F-CA8D-DB8F88DD2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057"/>
            <a:ext cx="9144000" cy="2387600"/>
          </a:xfrm>
        </p:spPr>
        <p:txBody>
          <a:bodyPr/>
          <a:lstStyle/>
          <a:p>
            <a:r>
              <a:rPr lang="en-US"/>
              <a:t>Terminal User Interfaces (TUIs)</a:t>
            </a:r>
          </a:p>
        </p:txBody>
      </p:sp>
      <p:sp>
        <p:nvSpPr>
          <p:cNvPr id="4" name="AutoShape 2" descr="textual-splash">
            <a:extLst>
              <a:ext uri="{FF2B5EF4-FFF2-40B4-BE49-F238E27FC236}">
                <a16:creationId xmlns:a16="http://schemas.microsoft.com/office/drawing/2014/main" id="{C7C49E07-FB48-BE15-D82B-DAA2E7AC2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64733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BA9A5-BD41-646C-7BBE-CB10CFAE4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20" y="2978883"/>
            <a:ext cx="8306959" cy="29722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80A0B6-3411-8AC2-B131-E0D22F996823}"/>
              </a:ext>
            </a:extLst>
          </p:cNvPr>
          <p:cNvSpPr txBox="1"/>
          <p:nvPr/>
        </p:nvSpPr>
        <p:spPr>
          <a:xfrm>
            <a:off x="81280" y="643536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image source:  https://github.com/Textualize/textual</a:t>
            </a:r>
          </a:p>
        </p:txBody>
      </p:sp>
    </p:spTree>
    <p:extLst>
      <p:ext uri="{BB962C8B-B14F-4D97-AF65-F5344CB8AC3E}">
        <p14:creationId xmlns:p14="http://schemas.microsoft.com/office/powerpoint/2010/main" val="2033858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A72F-0A45-C6FC-9589-764F701C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Information on TUIs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5D2E3-275F-087F-BB3B-91BBB4FBF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What are they?  </a:t>
            </a:r>
          </a:p>
          <a:p>
            <a:pPr lvl="1"/>
            <a:r>
              <a:rPr lang="en-US"/>
              <a:t>Demonstrations:		slow stochastics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python –m textual</a:t>
            </a:r>
          </a:p>
          <a:p>
            <a:r>
              <a:rPr lang="en-US"/>
              <a:t>Created in Python using libraries like </a:t>
            </a:r>
            <a:r>
              <a:rPr lang="en-US" i="1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, </a:t>
            </a:r>
            <a:r>
              <a:rPr lang="en-US" i="1">
                <a:latin typeface="Courier New" panose="02070309020205020404" pitchFamily="49" charset="0"/>
                <a:cs typeface="Courier New" panose="02070309020205020404" pitchFamily="49" charset="0"/>
              </a:rPr>
              <a:t>rich</a:t>
            </a:r>
            <a:r>
              <a:rPr lang="en-US"/>
              <a:t>, and </a:t>
            </a:r>
            <a:r>
              <a:rPr lang="en-US" i="1">
                <a:latin typeface="Courier New" panose="02070309020205020404" pitchFamily="49" charset="0"/>
                <a:cs typeface="Courier New" panose="02070309020205020404" pitchFamily="49" charset="0"/>
              </a:rPr>
              <a:t>typer</a:t>
            </a:r>
            <a:r>
              <a:rPr lang="en-US" i="1"/>
              <a:t>.  </a:t>
            </a:r>
            <a:r>
              <a:rPr lang="en-US"/>
              <a:t>We will focus on </a:t>
            </a:r>
            <a:r>
              <a:rPr lang="en-US" i="1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 i="1"/>
              <a:t>.</a:t>
            </a:r>
          </a:p>
          <a:p>
            <a:r>
              <a:rPr lang="en-US"/>
              <a:t>Why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? </a:t>
            </a:r>
          </a:p>
          <a:p>
            <a:pPr lvl="1"/>
            <a:r>
              <a:rPr lang="en-US"/>
              <a:t>TUIs are low bandwidth</a:t>
            </a:r>
          </a:p>
          <a:p>
            <a:pPr lvl="1"/>
            <a:r>
              <a:rPr lang="en-US"/>
              <a:t>The terminal is a far simpler platform than the web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 apps work over SSH</a:t>
            </a:r>
          </a:p>
          <a:p>
            <a:pPr lvl="1"/>
            <a:r>
              <a:rPr lang="en-US"/>
              <a:t>Easier to manage state than more web oriented frameworks</a:t>
            </a:r>
          </a:p>
          <a:p>
            <a:pPr lvl="1"/>
            <a:r>
              <a:rPr lang="en-US"/>
              <a:t>Easier to build bespoke components</a:t>
            </a:r>
          </a:p>
          <a:p>
            <a:pPr marL="457200" lvl="1" indent="0">
              <a:buNone/>
            </a:pPr>
            <a:r>
              <a:rPr lang="en-US" sz="1900"/>
              <a:t>source: </a:t>
            </a:r>
            <a:r>
              <a:rPr lang="en-US" sz="1900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 sz="1900"/>
              <a:t> creator Will McGugan, </a:t>
            </a:r>
            <a:r>
              <a:rPr lang="en-US" sz="1900">
                <a:hlinkClick r:id="rId2"/>
              </a:rPr>
              <a:t>https://www.reddit.com/r/Python/s/RpcWZnFP49</a:t>
            </a:r>
            <a:endParaRPr lang="en-US" sz="19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2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0AAC-C299-C05D-D513-3B4B415D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363"/>
            <a:ext cx="10515600" cy="1325563"/>
          </a:xfrm>
        </p:spPr>
        <p:txBody>
          <a:bodyPr/>
          <a:lstStyle/>
          <a:p>
            <a:r>
              <a:rPr lang="en-US"/>
              <a:t>Some Python Preliminaries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3BF95-DCFC-758C-6CC3-85257968D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938451"/>
            <a:ext cx="10814304" cy="5033963"/>
          </a:xfrm>
        </p:spPr>
        <p:txBody>
          <a:bodyPr/>
          <a:lstStyle/>
          <a:p>
            <a:r>
              <a:rPr lang="en-US"/>
              <a:t>to run a Python script in the terminal, simply type: 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python filename.py</a:t>
            </a:r>
          </a:p>
          <a:p>
            <a:pPr marL="914400" lvl="2" indent="0">
              <a:buNone/>
            </a:pPr>
            <a:r>
              <a:rPr lang="en-US"/>
              <a:t>replacing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filename.py</a:t>
            </a:r>
            <a:r>
              <a:rPr lang="en-US"/>
              <a:t> with the name of the script you want to run</a:t>
            </a:r>
          </a:p>
          <a:p>
            <a:pPr marL="914400" lvl="2" indent="0">
              <a:buNone/>
            </a:pPr>
            <a:r>
              <a:rPr lang="en-US"/>
              <a:t>let’s try this – make a quick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hello_world.py</a:t>
            </a:r>
            <a:r>
              <a:rPr lang="en-US"/>
              <a:t> and run it</a:t>
            </a:r>
          </a:p>
          <a:p>
            <a:pPr marL="914400" lvl="2" indent="0">
              <a:buNone/>
            </a:pPr>
            <a:endParaRPr lang="en-US"/>
          </a:p>
          <a:p>
            <a:r>
              <a:rPr lang="en-US">
                <a:latin typeface="+mj-lt"/>
                <a:cs typeface="Courier New" panose="02070309020205020404" pitchFamily="49" charset="0"/>
              </a:rPr>
              <a:t>Using: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if __name__ == “__main__”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u="sng">
                <a:latin typeface="+mj-lt"/>
                <a:cs typeface="Courier New" panose="02070309020205020404" pitchFamily="49" charset="0"/>
              </a:rPr>
              <a:t>Example</a:t>
            </a:r>
            <a:r>
              <a:rPr lang="en-US">
                <a:latin typeface="+mj-lt"/>
                <a:cs typeface="Courier New" panose="02070309020205020404" pitchFamily="49" charset="0"/>
              </a:rPr>
              <a:t>:   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temp_utils.py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6A34F4-0D9B-EDB1-C6DE-D410BC371EDB}"/>
              </a:ext>
            </a:extLst>
          </p:cNvPr>
          <p:cNvSpPr txBox="1">
            <a:spLocks/>
          </p:cNvSpPr>
          <p:nvPr/>
        </p:nvSpPr>
        <p:spPr>
          <a:xfrm>
            <a:off x="539496" y="4208183"/>
            <a:ext cx="5312337" cy="6025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only run this block if this .py file is </a:t>
            </a:r>
            <a:r>
              <a:rPr lang="en-US" sz="2000" b="1"/>
              <a:t>run directly </a:t>
            </a:r>
            <a:r>
              <a:rPr lang="en-US" sz="2000"/>
              <a:t>as opposed to being imported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C9791-AEFD-9DB4-7D63-8A0B5678D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648" y="3572938"/>
            <a:ext cx="5820587" cy="1943371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F87E3A56-DB36-84F9-70ED-F7641D5788D3}"/>
              </a:ext>
            </a:extLst>
          </p:cNvPr>
          <p:cNvSpPr/>
          <p:nvPr/>
        </p:nvSpPr>
        <p:spPr>
          <a:xfrm rot="10800000">
            <a:off x="5444382" y="5150222"/>
            <a:ext cx="312636" cy="334138"/>
          </a:xfrm>
          <a:prstGeom prst="rightBrac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AAA28D-18B4-73AE-F6E3-F98E85CC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62" y="5210307"/>
            <a:ext cx="5029902" cy="152421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58DBBD-3754-B5A4-86AB-4AAEB30FD486}"/>
              </a:ext>
            </a:extLst>
          </p:cNvPr>
          <p:cNvCxnSpPr>
            <a:cxnSpLocks/>
          </p:cNvCxnSpPr>
          <p:nvPr/>
        </p:nvCxnSpPr>
        <p:spPr>
          <a:xfrm>
            <a:off x="4470400" y="4705844"/>
            <a:ext cx="973981" cy="515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1E7D64-BA77-2E96-469B-9F737C334399}"/>
              </a:ext>
            </a:extLst>
          </p:cNvPr>
          <p:cNvSpPr txBox="1">
            <a:spLocks/>
          </p:cNvSpPr>
          <p:nvPr/>
        </p:nvSpPr>
        <p:spPr>
          <a:xfrm>
            <a:off x="5283330" y="5823812"/>
            <a:ext cx="6700908" cy="91070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This script </a:t>
            </a:r>
            <a:r>
              <a:rPr lang="en-US" sz="1800" b="1"/>
              <a:t>imports 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temp_utils.py</a:t>
            </a:r>
            <a:r>
              <a:rPr lang="en-US" sz="1800"/>
              <a:t>.  </a:t>
            </a:r>
          </a:p>
          <a:p>
            <a:pPr marL="0" indent="0">
              <a:buNone/>
            </a:pPr>
            <a:r>
              <a:rPr lang="en-US" sz="1800"/>
              <a:t>So the code in 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temp_utils.py</a:t>
            </a:r>
            <a:r>
              <a:rPr lang="en-US" sz="1800"/>
              <a:t>’s 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if __name__ </a:t>
            </a:r>
            <a:r>
              <a:rPr lang="en-US" sz="1800"/>
              <a:t>block </a:t>
            </a:r>
            <a:r>
              <a:rPr lang="en-US" sz="1800" b="1"/>
              <a:t>does not run</a:t>
            </a:r>
            <a:r>
              <a:rPr lang="en-US" sz="1800"/>
              <a:t>.</a:t>
            </a:r>
          </a:p>
          <a:p>
            <a:pPr marL="0" indent="0">
              <a:buNone/>
            </a:pPr>
            <a:r>
              <a:rPr lang="en-US" sz="1800"/>
              <a:t>Let’s try it…  </a:t>
            </a:r>
          </a:p>
        </p:txBody>
      </p:sp>
    </p:spTree>
    <p:extLst>
      <p:ext uri="{BB962C8B-B14F-4D97-AF65-F5344CB8AC3E}">
        <p14:creationId xmlns:p14="http://schemas.microsoft.com/office/powerpoint/2010/main" val="321443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8AC1-DC24-3EFF-9D1D-804F68FFA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E5066-76AF-9993-7A9F-FF5BF60D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Developing TUIs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6538-3068-D19D-01A4-666614AF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/>
              <a:t>write TUI code in Python using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 library</a:t>
            </a:r>
          </a:p>
          <a:p>
            <a:pPr marL="514350" indent="-514350">
              <a:buAutoNum type="arabicPeriod"/>
            </a:pPr>
            <a:r>
              <a:rPr lang="en-US"/>
              <a:t>run the Python code in the terminal</a:t>
            </a:r>
          </a:p>
          <a:p>
            <a:pPr lvl="1"/>
            <a:r>
              <a:rPr lang="en-US"/>
              <a:t>be sure you are in the conda environment within which you installed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</a:p>
          <a:p>
            <a:pPr lvl="1"/>
            <a:r>
              <a:rPr lang="en-US"/>
              <a:t>run the Python script in the terminal by typing: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python filename.py </a:t>
            </a:r>
            <a:r>
              <a:rPr lang="en-US">
                <a:latin typeface="+mj-lt"/>
                <a:cs typeface="Courier New" panose="02070309020205020404" pitchFamily="49" charset="0"/>
              </a:rPr>
              <a:t>as shown earlier</a:t>
            </a:r>
          </a:p>
        </p:txBody>
      </p:sp>
    </p:spTree>
    <p:extLst>
      <p:ext uri="{BB962C8B-B14F-4D97-AF65-F5344CB8AC3E}">
        <p14:creationId xmlns:p14="http://schemas.microsoft.com/office/powerpoint/2010/main" val="3776496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70B660-3044-733A-F974-B0EAC510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675"/>
          <a:stretch>
            <a:fillRect/>
          </a:stretch>
        </p:blipFill>
        <p:spPr>
          <a:xfrm>
            <a:off x="1502051" y="6150113"/>
            <a:ext cx="2095224" cy="7078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3F2531-AC1C-CC44-2753-9FD3FAE4978A}"/>
              </a:ext>
            </a:extLst>
          </p:cNvPr>
          <p:cNvSpPr txBox="1"/>
          <p:nvPr/>
        </p:nvSpPr>
        <p:spPr>
          <a:xfrm>
            <a:off x="438150" y="1524001"/>
            <a:ext cx="63182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buNone/>
            </a:pP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Label</a:t>
            </a:r>
            <a:endParaRPr lang="en-US" sz="2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2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MyLabelApp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b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 World!'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2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MyLabelApp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2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2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9084E-E24B-A3C7-0C75-4A18C75BDE5C}"/>
              </a:ext>
            </a:extLst>
          </p:cNvPr>
          <p:cNvSpPr txBox="1"/>
          <p:nvPr/>
        </p:nvSpPr>
        <p:spPr>
          <a:xfrm>
            <a:off x="4311650" y="49131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</a:rPr>
              <a:t>App</a:t>
            </a:r>
            <a:r>
              <a:rPr lang="en-US" sz="2000"/>
              <a:t> is the main object that runs your TUI program, manages the interface, and handles user input.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C3896D-19A5-DD5F-E09C-71551F93EE2A}"/>
              </a:ext>
            </a:extLst>
          </p:cNvPr>
          <p:cNvSpPr txBox="1"/>
          <p:nvPr/>
        </p:nvSpPr>
        <p:spPr>
          <a:xfrm>
            <a:off x="6756400" y="1524001"/>
            <a:ext cx="51530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The interface consists of widgets like buttons, labels, etc. (think “Controls” in VBA).</a:t>
            </a:r>
          </a:p>
          <a:p>
            <a:r>
              <a:rPr lang="en-US" sz="2000"/>
              <a:t>These are imported from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textual.widgets</a:t>
            </a:r>
            <a:r>
              <a:rPr lang="en-US"/>
              <a:t>.</a:t>
            </a:r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B4479A-5419-DC3C-D9F6-E20E718E5CBA}"/>
              </a:ext>
            </a:extLst>
          </p:cNvPr>
          <p:cNvSpPr txBox="1"/>
          <p:nvPr/>
        </p:nvSpPr>
        <p:spPr>
          <a:xfrm>
            <a:off x="5114925" y="297204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You create your TUI program as a child of textual’s </a:t>
            </a:r>
            <a:r>
              <a:rPr lang="en-US" sz="2000">
                <a:latin typeface="Courier New" panose="02070309020205020404" pitchFamily="49" charset="0"/>
              </a:rPr>
              <a:t>App</a:t>
            </a:r>
            <a:r>
              <a:rPr lang="en-US" sz="2000"/>
              <a:t> object, inheriting </a:t>
            </a:r>
            <a:r>
              <a:rPr lang="en-US" sz="2000">
                <a:latin typeface="Courier New" panose="02070309020205020404" pitchFamily="49" charset="0"/>
              </a:rPr>
              <a:t>App</a:t>
            </a:r>
            <a:r>
              <a:rPr lang="en-US" sz="2000"/>
              <a:t> ’s attributes and methods.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703CF1-CA66-02CF-220B-4E1FA76A90C5}"/>
              </a:ext>
            </a:extLst>
          </p:cNvPr>
          <p:cNvSpPr txBox="1"/>
          <p:nvPr/>
        </p:nvSpPr>
        <p:spPr>
          <a:xfrm>
            <a:off x="7251700" y="3916144"/>
            <a:ext cx="43116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</a:rPr>
              <a:t>App</a:t>
            </a:r>
            <a:r>
              <a:rPr lang="en-US" sz="2000"/>
              <a:t> widgets are initialized with the compose method using a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  <a:r>
              <a:rPr lang="en-US" sz="2000"/>
              <a:t> statement. </a:t>
            </a:r>
          </a:p>
          <a:p>
            <a:r>
              <a:rPr lang="en-US" sz="2000"/>
              <a:t>Widget properties are passed to it as arguments.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8AFAA-7B8E-C75A-716E-4792F8CD650B}"/>
              </a:ext>
            </a:extLst>
          </p:cNvPr>
          <p:cNvSpPr txBox="1"/>
          <p:nvPr/>
        </p:nvSpPr>
        <p:spPr>
          <a:xfrm>
            <a:off x="5114925" y="586365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Call </a:t>
            </a:r>
            <a:r>
              <a:rPr lang="en-US" sz="2000">
                <a:latin typeface="Courier New" panose="02070309020205020404" pitchFamily="49" charset="0"/>
              </a:rPr>
              <a:t>App</a:t>
            </a:r>
            <a:r>
              <a:rPr lang="en-US" sz="2000"/>
              <a:t>’s run method to launch your TUI program when this script is run.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A4C9E9-62A5-34A5-BC94-D0ABBBFFEFD6}"/>
              </a:ext>
            </a:extLst>
          </p:cNvPr>
          <p:cNvCxnSpPr/>
          <p:nvPr/>
        </p:nvCxnSpPr>
        <p:spPr>
          <a:xfrm>
            <a:off x="4864100" y="1199199"/>
            <a:ext cx="0" cy="324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8481E8-0F82-84D3-C1DD-9868E7C4BD79}"/>
              </a:ext>
            </a:extLst>
          </p:cNvPr>
          <p:cNvCxnSpPr>
            <a:cxnSpLocks/>
          </p:cNvCxnSpPr>
          <p:nvPr/>
        </p:nvCxnSpPr>
        <p:spPr>
          <a:xfrm flipH="1">
            <a:off x="6337300" y="1973899"/>
            <a:ext cx="279400" cy="1343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DC7B9A-3849-1BBE-2137-848ADB6C51F0}"/>
              </a:ext>
            </a:extLst>
          </p:cNvPr>
          <p:cNvCxnSpPr>
            <a:cxnSpLocks/>
          </p:cNvCxnSpPr>
          <p:nvPr/>
        </p:nvCxnSpPr>
        <p:spPr>
          <a:xfrm flipH="1">
            <a:off x="4619625" y="319169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D04AC8-306C-8A3C-517A-6C778DCB571B}"/>
              </a:ext>
            </a:extLst>
          </p:cNvPr>
          <p:cNvCxnSpPr>
            <a:cxnSpLocks/>
          </p:cNvCxnSpPr>
          <p:nvPr/>
        </p:nvCxnSpPr>
        <p:spPr>
          <a:xfrm flipH="1">
            <a:off x="6864350" y="4135786"/>
            <a:ext cx="279400" cy="1343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1B9AEC-6C99-B7F1-840E-11CB353A0D93}"/>
              </a:ext>
            </a:extLst>
          </p:cNvPr>
          <p:cNvCxnSpPr>
            <a:cxnSpLocks/>
          </p:cNvCxnSpPr>
          <p:nvPr/>
        </p:nvCxnSpPr>
        <p:spPr>
          <a:xfrm flipH="1" flipV="1">
            <a:off x="5114925" y="5655975"/>
            <a:ext cx="650875" cy="1426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1F1C4317-1580-8D65-4C38-598F27AC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49" y="182474"/>
            <a:ext cx="3990973" cy="1016725"/>
          </a:xfrm>
        </p:spPr>
        <p:txBody>
          <a:bodyPr>
            <a:normAutofit/>
          </a:bodyPr>
          <a:lstStyle/>
          <a:p>
            <a:r>
              <a:rPr lang="en-US" sz="3200" b="1"/>
              <a:t>Hello World Example</a:t>
            </a:r>
          </a:p>
        </p:txBody>
      </p:sp>
    </p:spTree>
    <p:extLst>
      <p:ext uri="{BB962C8B-B14F-4D97-AF65-F5344CB8AC3E}">
        <p14:creationId xmlns:p14="http://schemas.microsoft.com/office/powerpoint/2010/main" val="46882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B61E-A547-6E7E-E4FC-6F1B052D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4C05F-459F-8A19-8F12-619902617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/>
              <a:t> – general-purpose text-display, very basic, dynamic, often used for messages and output 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/>
              <a:t> – also very basic, for displaying text, often used for field names and captions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/>
              <a:t> – scrollable, editable textbox</a:t>
            </a:r>
          </a:p>
          <a:p>
            <a:pPr lvl="1"/>
            <a:r>
              <a:rPr lang="en-US"/>
              <a:t>takes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‘text=‘</a:t>
            </a:r>
            <a:r>
              <a:rPr lang="en-US"/>
              <a:t> as an input, among many others</a:t>
            </a:r>
          </a:p>
          <a:p>
            <a:pPr lvl="1"/>
            <a:r>
              <a:rPr lang="en-US"/>
              <a:t>can make it read-only, show line #s, ...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/>
              <a:t> – choose from a pull-down list, more on this soon</a:t>
            </a:r>
          </a:p>
          <a:p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FBAB5-EDFF-7D02-4600-BB5D71A8E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497" y="2686050"/>
            <a:ext cx="1480477" cy="74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61BA8-D773-85D4-B03F-CC44E3456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010" y="3668208"/>
            <a:ext cx="2515569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5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654C-5089-2DF8-5B00-04AB53FD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10134600" cy="879475"/>
          </a:xfrm>
        </p:spPr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/>
              <a:t> Widget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1487A-C755-A190-158E-6F4705CF5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700" y="1671684"/>
            <a:ext cx="4800600" cy="272237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Compare this code with the prior example.</a:t>
            </a:r>
          </a:p>
          <a:p>
            <a:pPr marL="0" indent="0">
              <a:buNone/>
            </a:pPr>
            <a:r>
              <a:rPr lang="en-US"/>
              <a:t>Some of the differences are highlighted. Note the setting of some widget parameters.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BA9A4-781A-BD13-BAEC-E0AF15FEFBC8}"/>
              </a:ext>
            </a:extLst>
          </p:cNvPr>
          <p:cNvSpPr txBox="1"/>
          <p:nvPr/>
        </p:nvSpPr>
        <p:spPr>
          <a:xfrm>
            <a:off x="647700" y="1511300"/>
            <a:ext cx="8496300" cy="314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TextArea</a:t>
            </a:r>
            <a:endParaRPr lang="en-US" b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MyTextBoxApp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   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 World!'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</a:t>
            </a:r>
            <a:r>
              <a:rPr lang="en-US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'main_text_area'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</a:t>
            </a:r>
            <a:r>
              <a:rPr lang="en-US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show_line_numbers</a:t>
            </a:r>
            <a:r>
              <a:rPr lang="en-US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MyTextBoxApp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DD08A-7BE0-496F-5317-834A6D24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285" y="4821146"/>
            <a:ext cx="3467016" cy="179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1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1376-E1CD-BFC8-C347-955B8BA9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302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/>
              <a:t>Widget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27F1E-E0B3-730E-AB45-685D0AF8B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849" y="1558925"/>
            <a:ext cx="57181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/>
              <a:t>widget takes a list of tuples representing:</a:t>
            </a:r>
          </a:p>
          <a:p>
            <a:pPr marL="0" indent="0">
              <a:buNone/>
            </a:pPr>
            <a:r>
              <a:rPr lang="en-US"/>
              <a:t> (display text – what the user sees,   </a:t>
            </a:r>
          </a:p>
          <a:p>
            <a:pPr marL="0" indent="0">
              <a:buNone/>
            </a:pPr>
            <a:r>
              <a:rPr lang="en-US"/>
              <a:t>   value – what the code receives)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 this example, display text =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AB937-E8F4-004D-0894-60C5E3EAF228}"/>
              </a:ext>
            </a:extLst>
          </p:cNvPr>
          <p:cNvSpPr txBox="1"/>
          <p:nvPr/>
        </p:nvSpPr>
        <p:spPr>
          <a:xfrm>
            <a:off x="571500" y="1473199"/>
            <a:ext cx="8572500" cy="4239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MENU_ITEMS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'World!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'DST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 [(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MENU_ITEMS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'Choose your item:'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'select_menu'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)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F019A-57E1-DFD8-C715-A16A102FAA60}"/>
              </a:ext>
            </a:extLst>
          </p:cNvPr>
          <p:cNvSpPr txBox="1"/>
          <p:nvPr/>
        </p:nvSpPr>
        <p:spPr>
          <a:xfrm>
            <a:off x="3014643" y="6113229"/>
            <a:ext cx="6162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But how do we capture what was selected?</a:t>
            </a:r>
          </a:p>
        </p:txBody>
      </p:sp>
    </p:spTree>
    <p:extLst>
      <p:ext uri="{BB962C8B-B14F-4D97-AF65-F5344CB8AC3E}">
        <p14:creationId xmlns:p14="http://schemas.microsoft.com/office/powerpoint/2010/main" val="81212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83150-4CE6-C050-8C20-CF621AFF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486899" cy="406400"/>
          </a:xfrm>
        </p:spPr>
        <p:txBody>
          <a:bodyPr>
            <a:normAutofit fontScale="90000"/>
          </a:bodyPr>
          <a:lstStyle/>
          <a:p>
            <a:r>
              <a:rPr lang="en-US"/>
              <a:t>Capture selection from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/>
              <a:t> widget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44229C8-C267-F3CC-AA78-FBEE401D7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45" y="1519912"/>
            <a:ext cx="4706007" cy="24292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3425FC8-5C48-85D6-285C-0CB4AA8CC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920" y="1845757"/>
            <a:ext cx="4706007" cy="147658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3BA9587-BE65-2508-BD67-4B1AB81B3135}"/>
              </a:ext>
            </a:extLst>
          </p:cNvPr>
          <p:cNvSpPr txBox="1"/>
          <p:nvPr/>
        </p:nvSpPr>
        <p:spPr>
          <a:xfrm>
            <a:off x="1821426" y="4328180"/>
            <a:ext cx="2848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800"/>
              <a:t> widget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B7DE83-B265-1A0E-7F86-BA44F46CEE3C}"/>
              </a:ext>
            </a:extLst>
          </p:cNvPr>
          <p:cNvSpPr txBox="1"/>
          <p:nvPr/>
        </p:nvSpPr>
        <p:spPr>
          <a:xfrm>
            <a:off x="6447094" y="4328180"/>
            <a:ext cx="4958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Let’s display the selection </a:t>
            </a:r>
          </a:p>
          <a:p>
            <a:r>
              <a:rPr lang="en-US" sz="2800"/>
              <a:t>  in a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2800"/>
              <a:t> widget.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725E87-3E75-BA99-3DCD-BD62577A40B5}"/>
              </a:ext>
            </a:extLst>
          </p:cNvPr>
          <p:cNvSpPr txBox="1"/>
          <p:nvPr/>
        </p:nvSpPr>
        <p:spPr>
          <a:xfrm>
            <a:off x="2432384" y="5764909"/>
            <a:ext cx="8029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When a selection occurs, an </a:t>
            </a:r>
            <a:r>
              <a:rPr lang="en-US" sz="2800" b="1"/>
              <a:t>event </a:t>
            </a:r>
            <a:r>
              <a:rPr lang="en-US" sz="2800"/>
              <a:t>is triggered.</a:t>
            </a:r>
          </a:p>
        </p:txBody>
      </p:sp>
    </p:spTree>
    <p:extLst>
      <p:ext uri="{BB962C8B-B14F-4D97-AF65-F5344CB8AC3E}">
        <p14:creationId xmlns:p14="http://schemas.microsoft.com/office/powerpoint/2010/main" val="1250364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1C67-3C86-6699-6BBB-371290F9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46D8-F50D-0EF4-AB56-4FD7BD8E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486899" cy="406400"/>
          </a:xfrm>
        </p:spPr>
        <p:txBody>
          <a:bodyPr>
            <a:normAutofit fontScale="90000"/>
          </a:bodyPr>
          <a:lstStyle/>
          <a:p>
            <a:r>
              <a:rPr lang="en-US"/>
              <a:t>Capture selection from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/>
              <a:t> widget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9CD350-128A-35AB-711A-B1A512EB3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000124"/>
            <a:ext cx="3514725" cy="12192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Let’s build this up together from a skeleton.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F8AB5-5821-60B2-AA72-035416429A25}"/>
              </a:ext>
            </a:extLst>
          </p:cNvPr>
          <p:cNvSpPr txBox="1"/>
          <p:nvPr/>
        </p:nvSpPr>
        <p:spPr>
          <a:xfrm>
            <a:off x="4414066" y="1158762"/>
            <a:ext cx="8010525" cy="554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YOUR CODE HERE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MENU_ITEMS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Select([(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MENU_ITEMS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"Choose your item:"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"select_menu"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YOUR CODE HERE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on_select_changed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YOUR CODE HERE ):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 selected: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# YOUR CODE HERE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output_widget</a:t>
            </a:r>
            <a:r>
              <a:rPr lang="en-US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query_one</a:t>
            </a:r>
            <a:r>
              <a:rPr lang="en-US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# YOUR CODE HERE</a:t>
            </a:r>
            <a:endParaRPr lang="en-US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# YOUR CODE HERE</a:t>
            </a: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MyApp().run()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8EFC90B-FBAD-50E5-7AAB-436389B1D7E3}"/>
              </a:ext>
            </a:extLst>
          </p:cNvPr>
          <p:cNvSpPr txBox="1">
            <a:spLocks/>
          </p:cNvSpPr>
          <p:nvPr/>
        </p:nvSpPr>
        <p:spPr>
          <a:xfrm>
            <a:off x="123824" y="4854573"/>
            <a:ext cx="4267201" cy="1638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self.query_one</a:t>
            </a:r>
            <a:r>
              <a:rPr lang="en-US" sz="2000"/>
              <a:t> – find one widget that matches a specified widget type, e.g. </a:t>
            </a:r>
          </a:p>
          <a:p>
            <a:pPr marL="0" indent="0">
              <a:buNone/>
            </a:pP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self.query_one("#output", Static)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CF27DF4-2006-3D75-3F56-9483B8F879F4}"/>
              </a:ext>
            </a:extLst>
          </p:cNvPr>
          <p:cNvSpPr txBox="1">
            <a:spLocks/>
          </p:cNvSpPr>
          <p:nvPr/>
        </p:nvSpPr>
        <p:spPr>
          <a:xfrm>
            <a:off x="123824" y="2770636"/>
            <a:ext cx="3986213" cy="18680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Note new method: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on_select_changed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Its name references the widget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/>
              <a:t>) and the event type (“changed”)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9C5484-34BC-BDA4-B87D-200ED8943157}"/>
              </a:ext>
            </a:extLst>
          </p:cNvPr>
          <p:cNvCxnSpPr>
            <a:cxnSpLocks/>
          </p:cNvCxnSpPr>
          <p:nvPr/>
        </p:nvCxnSpPr>
        <p:spPr>
          <a:xfrm>
            <a:off x="3924300" y="3791838"/>
            <a:ext cx="971550" cy="1199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424E200-EE27-F7B4-3F19-050039F502A5}"/>
              </a:ext>
            </a:extLst>
          </p:cNvPr>
          <p:cNvCxnSpPr>
            <a:cxnSpLocks/>
          </p:cNvCxnSpPr>
          <p:nvPr/>
        </p:nvCxnSpPr>
        <p:spPr>
          <a:xfrm>
            <a:off x="4393789" y="5224780"/>
            <a:ext cx="728663" cy="307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25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E08A-A6E7-CAA5-5D17-CEE31121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Widgets!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A1CB-E949-C9E2-8177-34597BF92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Header</a:t>
            </a:r>
          </a:p>
          <a:p>
            <a:r>
              <a:rPr lang="en-US"/>
              <a:t>Button </a:t>
            </a:r>
          </a:p>
          <a:p>
            <a:r>
              <a:rPr lang="en-US"/>
              <a:t>ListView – can use for a simple menu</a:t>
            </a:r>
          </a:p>
          <a:p>
            <a:r>
              <a:rPr lang="en-US"/>
              <a:t>Custom widgets - as subclasses of class `Widget`, see </a:t>
            </a:r>
            <a:r>
              <a:rPr lang="en-US">
                <a:hlinkClick r:id="rId2"/>
              </a:rPr>
              <a:t>https://textual.textualize.io/guide/widgets/#custom-widgets</a:t>
            </a:r>
            <a:r>
              <a:rPr lang="en-US"/>
              <a:t>.  </a:t>
            </a:r>
            <a:endParaRPr lang="en-US" b="1"/>
          </a:p>
          <a:p>
            <a:r>
              <a:rPr lang="en-US"/>
              <a:t>SparkLine - looks like a bar chart / histogram</a:t>
            </a:r>
          </a:p>
          <a:p>
            <a:r>
              <a:rPr lang="en-US" i="1"/>
              <a:t>Understand these items:</a:t>
            </a:r>
          </a:p>
          <a:p>
            <a:pPr lvl="1"/>
            <a:r>
              <a:rPr lang="en-US"/>
              <a:t>Be sure to import the widgets your using – 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from textual.widgets import TextArea, Label,</a:t>
            </a:r>
            <a:r>
              <a:rPr lang="en-US"/>
              <a:t> …</a:t>
            </a:r>
          </a:p>
          <a:p>
            <a:pPr lvl="1"/>
            <a:r>
              <a:rPr lang="en-US"/>
              <a:t>What are the basic parameters most widgets need?</a:t>
            </a:r>
          </a:p>
          <a:p>
            <a:pPr lvl="1"/>
            <a:r>
              <a:rPr lang="en-US"/>
              <a:t>What are specific ones some specific widgets need?</a:t>
            </a:r>
          </a:p>
          <a:p>
            <a:pPr lvl="1"/>
            <a:r>
              <a:rPr lang="en-US"/>
              <a:t>How do we capture information in the widgets – e.g. that they were clicked, what text was input into them, etc.?</a:t>
            </a:r>
          </a:p>
          <a:p>
            <a:r>
              <a:rPr lang="en-US"/>
              <a:t>See the </a:t>
            </a:r>
            <a:r>
              <a:rPr lang="en-US" b="1">
                <a:hlinkClick r:id="rId3"/>
              </a:rPr>
              <a:t>Widget Gallery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69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682B-7441-3804-A883-072CCADC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51" y="18255"/>
            <a:ext cx="10515600" cy="1325563"/>
          </a:xfrm>
        </p:spPr>
        <p:txBody>
          <a:bodyPr/>
          <a:lstStyle/>
          <a:p>
            <a:r>
              <a:rPr lang="en-US"/>
              <a:t>Organizing Widgets in Panels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E004-D82E-9617-4147-8439EDA26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201" y="1605128"/>
            <a:ext cx="3980688" cy="91899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We will start with this much simpler example -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C886DD-A39F-5DC3-898F-CBE2D125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17" y="1222061"/>
            <a:ext cx="5581442" cy="3236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8E7441-563A-B803-6145-564082CBA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091" y="2840517"/>
            <a:ext cx="5364909" cy="18879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A2E0B2-D727-EC34-E009-E95984BFACA7}"/>
              </a:ext>
            </a:extLst>
          </p:cNvPr>
          <p:cNvSpPr txBox="1"/>
          <p:nvPr/>
        </p:nvSpPr>
        <p:spPr>
          <a:xfrm>
            <a:off x="170623" y="4648720"/>
            <a:ext cx="7210272" cy="2482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400" b="0" i="1">
                <a:effectLst/>
                <a:latin typeface="Consolas" panose="020B0609020204030204" pitchFamily="49" charset="0"/>
              </a:rPr>
              <a:t>some of the code – </a:t>
            </a: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Horizontal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650"/>
              </a:lnSpc>
              <a:buNone/>
            </a:pPr>
            <a:r>
              <a:rPr lang="en-US" sz="140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Vertical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"menu"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"1. Download Prices"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"download_prices"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"2. Create Stock Objects"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"create_stock_objs"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	…</a:t>
            </a:r>
          </a:p>
          <a:p>
            <a:pPr>
              <a:lnSpc>
                <a:spcPts val="1650"/>
              </a:lnSpc>
              <a:buNone/>
            </a:pP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>
                <a:solidFill>
                  <a:srgbClr val="AF00DB"/>
                </a:solidFill>
                <a:latin typeface="Consolas" panose="020B0609020204030204" pitchFamily="49" charset="0"/>
              </a:rPr>
              <a:t>yield</a:t>
            </a: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</a:rPr>
              <a:t>Button</a:t>
            </a: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"Quit"</a:t>
            </a: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"quit"</a:t>
            </a: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400">
                <a:solidFill>
                  <a:srgbClr val="AF00DB"/>
                </a:solidFill>
                <a:latin typeface="Consolas" panose="020B0609020204030204" pitchFamily="49" charset="0"/>
              </a:rPr>
              <a:t>yield</a:t>
            </a: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</a:rPr>
              <a:t>OutputPanel</a:t>
            </a: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"output"</a:t>
            </a: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)   # a Static class instance</a:t>
            </a:r>
          </a:p>
          <a:p>
            <a:pPr>
              <a:lnSpc>
                <a:spcPts val="1650"/>
              </a:lnSpc>
              <a:buNone/>
            </a:pPr>
            <a:r>
              <a:rPr lang="en-US" sz="1400">
                <a:solidFill>
                  <a:srgbClr val="3B3B3B"/>
                </a:solidFill>
                <a:latin typeface="Consolas" panose="020B0609020204030204" pitchFamily="49" charset="0"/>
              </a:rPr>
              <a:t>    …</a:t>
            </a:r>
          </a:p>
          <a:p>
            <a:pPr>
              <a:lnSpc>
                <a:spcPts val="1650"/>
              </a:lnSpc>
              <a:buNone/>
            </a:pP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12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2A8BE3-8842-6E66-5A42-F24749C6316A}"/>
              </a:ext>
            </a:extLst>
          </p:cNvPr>
          <p:cNvSpPr txBox="1"/>
          <p:nvPr/>
        </p:nvSpPr>
        <p:spPr>
          <a:xfrm>
            <a:off x="394874" y="1808883"/>
            <a:ext cx="9787351" cy="465557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containers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Horizontal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Vertical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1600" b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Create a horizontal layout with two panels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Horizontal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Left panel: buttons stacked vertically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Vertical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"left_panel"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 2 + 3"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"btn_add"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"Greet"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"btn_greet"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"Clear"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"btn_clear"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Right panel: output area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Vertical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"right_panel"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 a button, output will appear here"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FCA28F-BEEF-FDD1-BD01-0A685E14F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642" y="1808883"/>
            <a:ext cx="3869484" cy="136169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E82D0B8-FFEA-4D0F-8E72-BA79AA13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74" y="248922"/>
            <a:ext cx="6683724" cy="1343820"/>
          </a:xfrm>
        </p:spPr>
        <p:txBody>
          <a:bodyPr>
            <a:normAutofit/>
          </a:bodyPr>
          <a:lstStyle/>
          <a:p>
            <a:r>
              <a:rPr lang="en-US"/>
              <a:t>Simple Panels Example</a:t>
            </a:r>
          </a:p>
        </p:txBody>
      </p:sp>
    </p:spTree>
    <p:extLst>
      <p:ext uri="{BB962C8B-B14F-4D97-AF65-F5344CB8AC3E}">
        <p14:creationId xmlns:p14="http://schemas.microsoft.com/office/powerpoint/2010/main" val="81931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4EF0-7F89-EAA6-4BBA-67099559F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6375"/>
            <a:ext cx="10515600" cy="1325563"/>
          </a:xfrm>
        </p:spPr>
        <p:txBody>
          <a:bodyPr/>
          <a:lstStyle/>
          <a:p>
            <a:r>
              <a:rPr lang="en-US"/>
              <a:t>Calling other Python Code from a TUI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13983-E635-93C1-1067-C044D098A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222"/>
            <a:ext cx="10515600" cy="4351338"/>
          </a:xfrm>
        </p:spPr>
        <p:txBody>
          <a:bodyPr/>
          <a:lstStyle/>
          <a:p>
            <a:r>
              <a:rPr lang="en-US"/>
              <a:t>Let’s add Python functions to handle actions of button clicks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2"/>
            <a:endParaRPr lang="en-US"/>
          </a:p>
          <a:p>
            <a:pPr marL="1371600" lvl="3" indent="0">
              <a:buNone/>
            </a:pPr>
            <a:r>
              <a:rPr lang="en-US" sz="2800"/>
              <a:t>and logic to call these when buttons are pressed: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E782B-7DA9-7DEA-5554-A2D3302BA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709"/>
          <a:stretch>
            <a:fillRect/>
          </a:stretch>
        </p:blipFill>
        <p:spPr>
          <a:xfrm>
            <a:off x="488616" y="1694583"/>
            <a:ext cx="1559259" cy="2010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B10510-9F95-4D19-9DD7-BC28F2029A4D}"/>
              </a:ext>
            </a:extLst>
          </p:cNvPr>
          <p:cNvSpPr txBox="1"/>
          <p:nvPr/>
        </p:nvSpPr>
        <p:spPr>
          <a:xfrm>
            <a:off x="2152650" y="1694583"/>
            <a:ext cx="6096000" cy="14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from Python logic!"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97C47-48D1-F9A8-0158-51FA1E98BF55}"/>
              </a:ext>
            </a:extLst>
          </p:cNvPr>
          <p:cNvSpPr txBox="1"/>
          <p:nvPr/>
        </p:nvSpPr>
        <p:spPr>
          <a:xfrm>
            <a:off x="1590675" y="3943348"/>
            <a:ext cx="10020300" cy="2915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on_button_pressed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.button.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2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query_one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"#output"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"btn_add"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"btn_greet"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"btn_clear"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sz="2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"Result: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769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B6A4-DD89-98D5-AA80-5576BDA0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4D0F08-9E25-C34B-63F2-DF25CB8DB64F}"/>
              </a:ext>
            </a:extLst>
          </p:cNvPr>
          <p:cNvSpPr txBox="1"/>
          <p:nvPr/>
        </p:nvSpPr>
        <p:spPr>
          <a:xfrm>
            <a:off x="251999" y="732558"/>
            <a:ext cx="11688001" cy="598343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containers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Horizontal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Vertical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--- "application logic" (non-Textual code) ---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from Python logic!"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Create a horizontal layout with two panels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Horizontal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Left panel: buttons stacked vertically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Vertical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"left_panel"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 2 + 3"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"btn_add"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"Greet"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"btn_greet"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"Clear"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"btn_clear"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Right panel: output area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Vertical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"right_panel"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 a button, output will appear here"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pPr>
              <a:lnSpc>
                <a:spcPts val="1650"/>
              </a:lnSpc>
              <a:buNone/>
            </a:pPr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on_button_pressed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.button.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query_one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"#output"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"btn_add"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"btn_greet"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button_id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"btn_clear"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"Result: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4AE18-8FD7-7E62-F3E2-71F705C5E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63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/>
              <a:t>The Full Code – see </a:t>
            </a:r>
            <a:r>
              <a:rPr 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ex06_panels_plus.py</a:t>
            </a:r>
          </a:p>
        </p:txBody>
      </p:sp>
    </p:spTree>
    <p:extLst>
      <p:ext uri="{BB962C8B-B14F-4D97-AF65-F5344CB8AC3E}">
        <p14:creationId xmlns:p14="http://schemas.microsoft.com/office/powerpoint/2010/main" val="3418251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723F-43E6-A336-A848-37F1A197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D936-C356-B50D-787B-0D5044C0B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passing values from TUI to other Python code</a:t>
            </a:r>
          </a:p>
          <a:p>
            <a:r>
              <a:rPr lang="en-US"/>
              <a:t>more elaborate layout using CSS files</a:t>
            </a:r>
          </a:p>
          <a:p>
            <a:r>
              <a:rPr lang="en-US"/>
              <a:t>more complicated examples</a:t>
            </a:r>
          </a:p>
        </p:txBody>
      </p:sp>
    </p:spTree>
    <p:extLst>
      <p:ext uri="{BB962C8B-B14F-4D97-AF65-F5344CB8AC3E}">
        <p14:creationId xmlns:p14="http://schemas.microsoft.com/office/powerpoint/2010/main" val="886718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BF65A-AEEF-F168-2DDE-7F55466E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Rebind or disable Ctrl+Q in VS 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67171-35EA-448F-0BF7-B7615B1A5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Ctrl+Q is used by default to quit a textual application. But VS Code catches the Ctrl+Q first. This is a workaround. You </a:t>
            </a:r>
            <a:r>
              <a:rPr lang="en-US" i="1"/>
              <a:t>don’t</a:t>
            </a:r>
            <a:r>
              <a:rPr lang="en-US"/>
              <a:t> need admin rights for this—user keybindings are allowed.</a:t>
            </a:r>
          </a:p>
          <a:p>
            <a:pPr marL="0" indent="0">
              <a:buNone/>
            </a:pPr>
            <a:r>
              <a:rPr lang="en-US" b="1"/>
              <a:t>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Press: Ctrl+K then Ctrl+S (opens Keyboard Shortcuts)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Search for: Ctrl+Q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You’ll likely see something like: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/>
              <a:t>“Quit”</a:t>
            </a:r>
            <a:r>
              <a:rPr lang="en-US"/>
              <a:t> or </a:t>
            </a:r>
            <a:r>
              <a:rPr lang="en-US" b="1"/>
              <a:t>“Close Window”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Right-click → </a:t>
            </a:r>
            <a:r>
              <a:rPr lang="en-US" b="1"/>
              <a:t>Remove Keybinding</a:t>
            </a:r>
            <a:br>
              <a:rPr lang="en-US"/>
            </a:br>
            <a:r>
              <a:rPr lang="en-US" i="1"/>
              <a:t>(or reassign it to something else)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4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1905</Words>
  <Application>Microsoft Office PowerPoint</Application>
  <PresentationFormat>Widescreen</PresentationFormat>
  <Paragraphs>246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Courier New</vt:lpstr>
      <vt:lpstr>Office Theme</vt:lpstr>
      <vt:lpstr>Terminal User Interfaces (TUIs)</vt:lpstr>
      <vt:lpstr>Background Information on TUIs</vt:lpstr>
      <vt:lpstr>Some Python Preliminaries</vt:lpstr>
      <vt:lpstr>Developing TUIs with textual</vt:lpstr>
      <vt:lpstr>Hello World Example</vt:lpstr>
      <vt:lpstr>Some textual Widgets</vt:lpstr>
      <vt:lpstr>TextArea Widget Example</vt:lpstr>
      <vt:lpstr>Select Widget Example</vt:lpstr>
      <vt:lpstr>Capture selection from Select widget</vt:lpstr>
      <vt:lpstr>Capture selection from Select widget</vt:lpstr>
      <vt:lpstr>More Widgets!</vt:lpstr>
      <vt:lpstr>Organizing Widgets in Panels</vt:lpstr>
      <vt:lpstr>Simple Panels Example</vt:lpstr>
      <vt:lpstr>Calling other Python Code from a TUI</vt:lpstr>
      <vt:lpstr>The Full Code – see ex06_panels_plus.py</vt:lpstr>
      <vt:lpstr>Next time</vt:lpstr>
      <vt:lpstr>Rebind or disable Ctrl+Q in VS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2026-03-13T13:13:01Z</dcterms:created>
  <dcterms:modified xsi:type="dcterms:W3CDTF">2026-03-18T17:38:21Z</dcterms:modified>
</cp:coreProperties>
</file>