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4" r:id="rId4"/>
    <p:sldId id="277" r:id="rId5"/>
    <p:sldId id="276" r:id="rId6"/>
    <p:sldId id="280" r:id="rId7"/>
    <p:sldId id="270" r:id="rId8"/>
    <p:sldId id="275" r:id="rId9"/>
    <p:sldId id="262" r:id="rId10"/>
    <p:sldId id="281" r:id="rId11"/>
    <p:sldId id="282" r:id="rId12"/>
    <p:sldId id="279" r:id="rId13"/>
    <p:sldId id="272" r:id="rId14"/>
    <p:sldId id="273" r:id="rId15"/>
    <p:sldId id="269" r:id="rId16"/>
    <p:sldId id="283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023FD-90E1-4D8F-9184-C00F7DCE8AA8}" v="243" dt="2026-03-25T17:31:11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74" y="10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redo custSel addSld modSld sldOrd">
      <pc:chgData name="Frommer, Ian Dr. (EDU)" userId="28ca3ff0-544f-450a-928b-99e19cf49b89" providerId="ADAL" clId="{FDDA6EB0-4FD6-4516-ACA5-A4CAC6441DA7}" dt="2026-03-25T17:31:11.326" v="5340"/>
      <pc:docMkLst>
        <pc:docMk/>
      </pc:docMkLst>
      <pc:sldChg chg="delSp modSp add mod modAnim">
        <pc:chgData name="Frommer, Ian Dr. (EDU)" userId="28ca3ff0-544f-450a-928b-99e19cf49b89" providerId="ADAL" clId="{FDDA6EB0-4FD6-4516-ACA5-A4CAC6441DA7}" dt="2026-03-25T15:53:25.653" v="3408" actId="113"/>
        <pc:sldMkLst>
          <pc:docMk/>
          <pc:sldMk cId="2288784808" sldId="262"/>
        </pc:sldMkLst>
        <pc:spChg chg="mod">
          <ac:chgData name="Frommer, Ian Dr. (EDU)" userId="28ca3ff0-544f-450a-928b-99e19cf49b89" providerId="ADAL" clId="{FDDA6EB0-4FD6-4516-ACA5-A4CAC6441DA7}" dt="2026-03-25T15:53:25.653" v="3408" actId="113"/>
          <ac:spMkLst>
            <pc:docMk/>
            <pc:sldMk cId="2288784808" sldId="262"/>
            <ac:spMk id="2" creationId="{FEF7836D-A66A-199B-875F-754F5A308E90}"/>
          </ac:spMkLst>
        </pc:spChg>
        <pc:spChg chg="mod">
          <ac:chgData name="Frommer, Ian Dr. (EDU)" userId="28ca3ff0-544f-450a-928b-99e19cf49b89" providerId="ADAL" clId="{FDDA6EB0-4FD6-4516-ACA5-A4CAC6441DA7}" dt="2026-03-25T15:07:23.208" v="3396" actId="2711"/>
          <ac:spMkLst>
            <pc:docMk/>
            <pc:sldMk cId="2288784808" sldId="262"/>
            <ac:spMk id="3" creationId="{DB8A80CC-F063-AF59-A40A-BE775A55D217}"/>
          </ac:spMkLst>
        </pc:spChg>
        <pc:spChg chg="del mod">
          <ac:chgData name="Frommer, Ian Dr. (EDU)" userId="28ca3ff0-544f-450a-928b-99e19cf49b89" providerId="ADAL" clId="{FDDA6EB0-4FD6-4516-ACA5-A4CAC6441DA7}" dt="2026-03-25T15:01:49.130" v="3276" actId="21"/>
          <ac:spMkLst>
            <pc:docMk/>
            <pc:sldMk cId="2288784808" sldId="262"/>
            <ac:spMk id="5" creationId="{6E2CBF01-7983-6B87-BC4F-D3EA544F959F}"/>
          </ac:spMkLst>
        </pc:spChg>
        <pc:spChg chg="del">
          <ac:chgData name="Frommer, Ian Dr. (EDU)" userId="28ca3ff0-544f-450a-928b-99e19cf49b89" providerId="ADAL" clId="{FDDA6EB0-4FD6-4516-ACA5-A4CAC6441DA7}" dt="2026-03-25T15:01:49.130" v="3276" actId="21"/>
          <ac:spMkLst>
            <pc:docMk/>
            <pc:sldMk cId="2288784808" sldId="262"/>
            <ac:spMk id="7" creationId="{2C83B0CE-4A5B-6E70-E197-D3910074F092}"/>
          </ac:spMkLst>
        </pc:spChg>
      </pc:sldChg>
      <pc:sldChg chg="addSp delSp modSp add mod ord modAnim">
        <pc:chgData name="Frommer, Ian Dr. (EDU)" userId="28ca3ff0-544f-450a-928b-99e19cf49b89" providerId="ADAL" clId="{FDDA6EB0-4FD6-4516-ACA5-A4CAC6441DA7}" dt="2026-03-25T16:56:33.023" v="4484"/>
        <pc:sldMkLst>
          <pc:docMk/>
          <pc:sldMk cId="1054469677" sldId="269"/>
        </pc:sldMkLst>
        <pc:spChg chg="mod">
          <ac:chgData name="Frommer, Ian Dr. (EDU)" userId="28ca3ff0-544f-450a-928b-99e19cf49b89" providerId="ADAL" clId="{FDDA6EB0-4FD6-4516-ACA5-A4CAC6441DA7}" dt="2026-03-25T16:54:36.477" v="4314" actId="1076"/>
          <ac:spMkLst>
            <pc:docMk/>
            <pc:sldMk cId="1054469677" sldId="269"/>
            <ac:spMk id="2" creationId="{AE979993-12BE-ED00-ED14-2EA1D4268D7F}"/>
          </ac:spMkLst>
        </pc:spChg>
        <pc:spChg chg="del">
          <ac:chgData name="Frommer, Ian Dr. (EDU)" userId="28ca3ff0-544f-450a-928b-99e19cf49b89" providerId="ADAL" clId="{FDDA6EB0-4FD6-4516-ACA5-A4CAC6441DA7}" dt="2026-03-25T16:53:40.061" v="4297" actId="478"/>
          <ac:spMkLst>
            <pc:docMk/>
            <pc:sldMk cId="1054469677" sldId="269"/>
            <ac:spMk id="3" creationId="{482AE98D-FA8F-E9FD-136A-765E674899EB}"/>
          </ac:spMkLst>
        </pc:spChg>
        <pc:spChg chg="add mod">
          <ac:chgData name="Frommer, Ian Dr. (EDU)" userId="28ca3ff0-544f-450a-928b-99e19cf49b89" providerId="ADAL" clId="{FDDA6EB0-4FD6-4516-ACA5-A4CAC6441DA7}" dt="2026-03-25T16:54:33.064" v="4313" actId="1076"/>
          <ac:spMkLst>
            <pc:docMk/>
            <pc:sldMk cId="1054469677" sldId="269"/>
            <ac:spMk id="5" creationId="{53CF6A8D-34EC-7A9F-2071-B2FE5C5EB58D}"/>
          </ac:spMkLst>
        </pc:spChg>
        <pc:spChg chg="add del mod">
          <ac:chgData name="Frommer, Ian Dr. (EDU)" userId="28ca3ff0-544f-450a-928b-99e19cf49b89" providerId="ADAL" clId="{FDDA6EB0-4FD6-4516-ACA5-A4CAC6441DA7}" dt="2026-03-25T16:54:08.852" v="4303" actId="478"/>
          <ac:spMkLst>
            <pc:docMk/>
            <pc:sldMk cId="1054469677" sldId="269"/>
            <ac:spMk id="7" creationId="{6E45DAF0-DBA3-1B46-CD8F-23E44FAA5144}"/>
          </ac:spMkLst>
        </pc:spChg>
        <pc:spChg chg="add mod">
          <ac:chgData name="Frommer, Ian Dr. (EDU)" userId="28ca3ff0-544f-450a-928b-99e19cf49b89" providerId="ADAL" clId="{FDDA6EB0-4FD6-4516-ACA5-A4CAC6441DA7}" dt="2026-03-25T16:56:12.897" v="4483" actId="113"/>
          <ac:spMkLst>
            <pc:docMk/>
            <pc:sldMk cId="1054469677" sldId="269"/>
            <ac:spMk id="8" creationId="{C03FDCA7-E597-613A-4B6E-0509D7A8C38B}"/>
          </ac:spMkLst>
        </pc:spChg>
      </pc:sldChg>
      <pc:sldChg chg="addSp delSp modSp new mod ord addAnim delAnim modAnim">
        <pc:chgData name="Frommer, Ian Dr. (EDU)" userId="28ca3ff0-544f-450a-928b-99e19cf49b89" providerId="ADAL" clId="{FDDA6EB0-4FD6-4516-ACA5-A4CAC6441DA7}" dt="2026-03-25T14:19:35.080" v="2967"/>
        <pc:sldMkLst>
          <pc:docMk/>
          <pc:sldMk cId="1966854208" sldId="270"/>
        </pc:sldMkLst>
        <pc:spChg chg="mod">
          <ac:chgData name="Frommer, Ian Dr. (EDU)" userId="28ca3ff0-544f-450a-928b-99e19cf49b89" providerId="ADAL" clId="{FDDA6EB0-4FD6-4516-ACA5-A4CAC6441DA7}" dt="2026-03-25T14:15:34.979" v="2864" actId="20577"/>
          <ac:spMkLst>
            <pc:docMk/>
            <pc:sldMk cId="1966854208" sldId="270"/>
            <ac:spMk id="2" creationId="{C5297F69-8CE8-86EC-BAB8-9472DCA57E88}"/>
          </ac:spMkLst>
        </pc:spChg>
        <pc:spChg chg="mod">
          <ac:chgData name="Frommer, Ian Dr. (EDU)" userId="28ca3ff0-544f-450a-928b-99e19cf49b89" providerId="ADAL" clId="{FDDA6EB0-4FD6-4516-ACA5-A4CAC6441DA7}" dt="2026-03-25T14:18:02.703" v="2929" actId="1076"/>
          <ac:spMkLst>
            <pc:docMk/>
            <pc:sldMk cId="1966854208" sldId="270"/>
            <ac:spMk id="3" creationId="{2175EF29-C641-A61E-3FC2-E31E2DDBAE1F}"/>
          </ac:spMkLst>
        </pc:spChg>
        <pc:spChg chg="add mod">
          <ac:chgData name="Frommer, Ian Dr. (EDU)" userId="28ca3ff0-544f-450a-928b-99e19cf49b89" providerId="ADAL" clId="{FDDA6EB0-4FD6-4516-ACA5-A4CAC6441DA7}" dt="2026-03-25T14:19:18.709" v="2964" actId="1076"/>
          <ac:spMkLst>
            <pc:docMk/>
            <pc:sldMk cId="1966854208" sldId="270"/>
            <ac:spMk id="6" creationId="{1F4C027D-D378-9F3A-535A-C7BC3A888FF6}"/>
          </ac:spMkLst>
        </pc:spChg>
        <pc:spChg chg="add mod">
          <ac:chgData name="Frommer, Ian Dr. (EDU)" userId="28ca3ff0-544f-450a-928b-99e19cf49b89" providerId="ADAL" clId="{FDDA6EB0-4FD6-4516-ACA5-A4CAC6441DA7}" dt="2026-03-25T14:18:14.703" v="2932" actId="1076"/>
          <ac:spMkLst>
            <pc:docMk/>
            <pc:sldMk cId="1966854208" sldId="270"/>
            <ac:spMk id="9" creationId="{68C09C9E-5050-B740-8989-36013FA6C698}"/>
          </ac:spMkLst>
        </pc:spChg>
        <pc:picChg chg="add mod">
          <ac:chgData name="Frommer, Ian Dr. (EDU)" userId="28ca3ff0-544f-450a-928b-99e19cf49b89" providerId="ADAL" clId="{FDDA6EB0-4FD6-4516-ACA5-A4CAC6441DA7}" dt="2026-03-25T14:18:08.216" v="2930" actId="14100"/>
          <ac:picMkLst>
            <pc:docMk/>
            <pc:sldMk cId="1966854208" sldId="270"/>
            <ac:picMk id="5" creationId="{73A3375D-DB7F-C936-5EC5-1D150FF6D79D}"/>
          </ac:picMkLst>
        </pc:picChg>
      </pc:sldChg>
      <pc:sldChg chg="modSp new mod">
        <pc:chgData name="Frommer, Ian Dr. (EDU)" userId="28ca3ff0-544f-450a-928b-99e19cf49b89" providerId="ADAL" clId="{FDDA6EB0-4FD6-4516-ACA5-A4CAC6441DA7}" dt="2026-03-24T15:12:04.964" v="1448" actId="20577"/>
        <pc:sldMkLst>
          <pc:docMk/>
          <pc:sldMk cId="885834586" sldId="271"/>
        </pc:sldMkLst>
        <pc:spChg chg="mod">
          <ac:chgData name="Frommer, Ian Dr. (EDU)" userId="28ca3ff0-544f-450a-928b-99e19cf49b89" providerId="ADAL" clId="{FDDA6EB0-4FD6-4516-ACA5-A4CAC6441DA7}" dt="2026-03-23T17:50:40.220" v="86" actId="2711"/>
          <ac:spMkLst>
            <pc:docMk/>
            <pc:sldMk cId="885834586" sldId="271"/>
            <ac:spMk id="2" creationId="{2CE6D0D1-A5A4-83BB-9B67-ED5DCCBC2C78}"/>
          </ac:spMkLst>
        </pc:spChg>
        <pc:spChg chg="mod">
          <ac:chgData name="Frommer, Ian Dr. (EDU)" userId="28ca3ff0-544f-450a-928b-99e19cf49b89" providerId="ADAL" clId="{FDDA6EB0-4FD6-4516-ACA5-A4CAC6441DA7}" dt="2026-03-24T15:12:04.964" v="1448" actId="20577"/>
          <ac:spMkLst>
            <pc:docMk/>
            <pc:sldMk cId="885834586" sldId="271"/>
            <ac:spMk id="3" creationId="{E3CA8E5B-9B2B-4A1A-AE68-27560ACAA25E}"/>
          </ac:spMkLst>
        </pc:spChg>
      </pc:sldChg>
      <pc:sldChg chg="addSp modSp new mod">
        <pc:chgData name="Frommer, Ian Dr. (EDU)" userId="28ca3ff0-544f-450a-928b-99e19cf49b89" providerId="ADAL" clId="{FDDA6EB0-4FD6-4516-ACA5-A4CAC6441DA7}" dt="2026-03-25T16:43:24.867" v="4083" actId="1076"/>
        <pc:sldMkLst>
          <pc:docMk/>
          <pc:sldMk cId="1011705360" sldId="272"/>
        </pc:sldMkLst>
        <pc:spChg chg="mod">
          <ac:chgData name="Frommer, Ian Dr. (EDU)" userId="28ca3ff0-544f-450a-928b-99e19cf49b89" providerId="ADAL" clId="{FDDA6EB0-4FD6-4516-ACA5-A4CAC6441DA7}" dt="2026-03-25T16:37:30.569" v="3909" actId="20577"/>
          <ac:spMkLst>
            <pc:docMk/>
            <pc:sldMk cId="1011705360" sldId="272"/>
            <ac:spMk id="2" creationId="{920EDC78-A9DC-5571-F514-82329CD85DF4}"/>
          </ac:spMkLst>
        </pc:spChg>
        <pc:spChg chg="mod">
          <ac:chgData name="Frommer, Ian Dr. (EDU)" userId="28ca3ff0-544f-450a-928b-99e19cf49b89" providerId="ADAL" clId="{FDDA6EB0-4FD6-4516-ACA5-A4CAC6441DA7}" dt="2026-03-25T16:43:24.867" v="4083" actId="1076"/>
          <ac:spMkLst>
            <pc:docMk/>
            <pc:sldMk cId="1011705360" sldId="272"/>
            <ac:spMk id="3" creationId="{9C6A579B-DBEE-2B7E-FEC8-88603AC9AD3A}"/>
          </ac:spMkLst>
        </pc:spChg>
        <pc:spChg chg="add mod">
          <ac:chgData name="Frommer, Ian Dr. (EDU)" userId="28ca3ff0-544f-450a-928b-99e19cf49b89" providerId="ADAL" clId="{FDDA6EB0-4FD6-4516-ACA5-A4CAC6441DA7}" dt="2026-03-25T16:42:36.792" v="4051" actId="1076"/>
          <ac:spMkLst>
            <pc:docMk/>
            <pc:sldMk cId="1011705360" sldId="272"/>
            <ac:spMk id="4" creationId="{9664D2A6-8882-671C-1D91-5F9493406DAE}"/>
          </ac:spMkLst>
        </pc:spChg>
        <pc:picChg chg="add mod">
          <ac:chgData name="Frommer, Ian Dr. (EDU)" userId="28ca3ff0-544f-450a-928b-99e19cf49b89" providerId="ADAL" clId="{FDDA6EB0-4FD6-4516-ACA5-A4CAC6441DA7}" dt="2026-03-25T16:42:31.995" v="4050" actId="1076"/>
          <ac:picMkLst>
            <pc:docMk/>
            <pc:sldMk cId="1011705360" sldId="272"/>
            <ac:picMk id="6" creationId="{0E4005FC-13E2-26CC-6999-79AB98259436}"/>
          </ac:picMkLst>
        </pc:picChg>
      </pc:sldChg>
      <pc:sldChg chg="addSp delSp modSp new mod modAnim">
        <pc:chgData name="Frommer, Ian Dr. (EDU)" userId="28ca3ff0-544f-450a-928b-99e19cf49b89" providerId="ADAL" clId="{FDDA6EB0-4FD6-4516-ACA5-A4CAC6441DA7}" dt="2026-03-25T16:58:01.533" v="4492" actId="20577"/>
        <pc:sldMkLst>
          <pc:docMk/>
          <pc:sldMk cId="314957406" sldId="273"/>
        </pc:sldMkLst>
        <pc:spChg chg="mod">
          <ac:chgData name="Frommer, Ian Dr. (EDU)" userId="28ca3ff0-544f-450a-928b-99e19cf49b89" providerId="ADAL" clId="{FDDA6EB0-4FD6-4516-ACA5-A4CAC6441DA7}" dt="2026-03-25T16:51:15.720" v="4209" actId="14100"/>
          <ac:spMkLst>
            <pc:docMk/>
            <pc:sldMk cId="314957406" sldId="273"/>
            <ac:spMk id="2" creationId="{5CCC2D93-BC40-3051-859A-DA4A051C8B19}"/>
          </ac:spMkLst>
        </pc:spChg>
        <pc:spChg chg="mod">
          <ac:chgData name="Frommer, Ian Dr. (EDU)" userId="28ca3ff0-544f-450a-928b-99e19cf49b89" providerId="ADAL" clId="{FDDA6EB0-4FD6-4516-ACA5-A4CAC6441DA7}" dt="2026-03-25T16:58:01.533" v="4492" actId="20577"/>
          <ac:spMkLst>
            <pc:docMk/>
            <pc:sldMk cId="314957406" sldId="273"/>
            <ac:spMk id="3" creationId="{F30BA710-097F-AA38-6643-A3C0B7CEBF38}"/>
          </ac:spMkLst>
        </pc:spChg>
        <pc:spChg chg="add del">
          <ac:chgData name="Frommer, Ian Dr. (EDU)" userId="28ca3ff0-544f-450a-928b-99e19cf49b89" providerId="ADAL" clId="{FDDA6EB0-4FD6-4516-ACA5-A4CAC6441DA7}" dt="2026-03-25T16:49:40.865" v="4152" actId="22"/>
          <ac:spMkLst>
            <pc:docMk/>
            <pc:sldMk cId="314957406" sldId="273"/>
            <ac:spMk id="5" creationId="{EE02FAF4-1D3E-98C9-8315-E0FC3452CC9B}"/>
          </ac:spMkLst>
        </pc:spChg>
      </pc:sldChg>
      <pc:sldChg chg="addSp modSp new mod ord addAnim delAnim modAnim">
        <pc:chgData name="Frommer, Ian Dr. (EDU)" userId="28ca3ff0-544f-450a-928b-99e19cf49b89" providerId="ADAL" clId="{FDDA6EB0-4FD6-4516-ACA5-A4CAC6441DA7}" dt="2026-03-24T16:11:52.736" v="1827" actId="20577"/>
        <pc:sldMkLst>
          <pc:docMk/>
          <pc:sldMk cId="2112736437" sldId="274"/>
        </pc:sldMkLst>
        <pc:spChg chg="mod">
          <ac:chgData name="Frommer, Ian Dr. (EDU)" userId="28ca3ff0-544f-450a-928b-99e19cf49b89" providerId="ADAL" clId="{FDDA6EB0-4FD6-4516-ACA5-A4CAC6441DA7}" dt="2026-03-23T17:55:02.856" v="237" actId="20577"/>
          <ac:spMkLst>
            <pc:docMk/>
            <pc:sldMk cId="2112736437" sldId="274"/>
            <ac:spMk id="2" creationId="{8F1FAC55-7B3B-393F-A7DA-1CD6883E1BFD}"/>
          </ac:spMkLst>
        </pc:spChg>
        <pc:spChg chg="mod">
          <ac:chgData name="Frommer, Ian Dr. (EDU)" userId="28ca3ff0-544f-450a-928b-99e19cf49b89" providerId="ADAL" clId="{FDDA6EB0-4FD6-4516-ACA5-A4CAC6441DA7}" dt="2026-03-24T16:11:52.736" v="1827" actId="20577"/>
          <ac:spMkLst>
            <pc:docMk/>
            <pc:sldMk cId="2112736437" sldId="274"/>
            <ac:spMk id="3" creationId="{6A24C584-871D-01B9-2390-E86F53081035}"/>
          </ac:spMkLst>
        </pc:spChg>
        <pc:picChg chg="add mod">
          <ac:chgData name="Frommer, Ian Dr. (EDU)" userId="28ca3ff0-544f-450a-928b-99e19cf49b89" providerId="ADAL" clId="{FDDA6EB0-4FD6-4516-ACA5-A4CAC6441DA7}" dt="2026-03-24T16:09:08.941" v="1787" actId="1076"/>
          <ac:picMkLst>
            <pc:docMk/>
            <pc:sldMk cId="2112736437" sldId="274"/>
            <ac:picMk id="5" creationId="{86A53E78-6879-A7CF-FFD3-8B3FD4376958}"/>
          </ac:picMkLst>
        </pc:picChg>
        <pc:picChg chg="add mod">
          <ac:chgData name="Frommer, Ian Dr. (EDU)" userId="28ca3ff0-544f-450a-928b-99e19cf49b89" providerId="ADAL" clId="{FDDA6EB0-4FD6-4516-ACA5-A4CAC6441DA7}" dt="2026-03-24T16:07:40.751" v="1776" actId="1076"/>
          <ac:picMkLst>
            <pc:docMk/>
            <pc:sldMk cId="2112736437" sldId="274"/>
            <ac:picMk id="7" creationId="{F96D9C21-BCF3-8621-D618-A041C2E61AE8}"/>
          </ac:picMkLst>
        </pc:picChg>
      </pc:sldChg>
      <pc:sldChg chg="addSp modSp new mod">
        <pc:chgData name="Frommer, Ian Dr. (EDU)" userId="28ca3ff0-544f-450a-928b-99e19cf49b89" providerId="ADAL" clId="{FDDA6EB0-4FD6-4516-ACA5-A4CAC6441DA7}" dt="2026-03-25T14:20:13.999" v="2972" actId="1076"/>
        <pc:sldMkLst>
          <pc:docMk/>
          <pc:sldMk cId="1330378181" sldId="275"/>
        </pc:sldMkLst>
        <pc:spChg chg="mod">
          <ac:chgData name="Frommer, Ian Dr. (EDU)" userId="28ca3ff0-544f-450a-928b-99e19cf49b89" providerId="ADAL" clId="{FDDA6EB0-4FD6-4516-ACA5-A4CAC6441DA7}" dt="2026-03-23T19:35:27.961" v="932" actId="2711"/>
          <ac:spMkLst>
            <pc:docMk/>
            <pc:sldMk cId="1330378181" sldId="275"/>
            <ac:spMk id="2" creationId="{46204B1F-9CD4-6A0C-4342-48A1EB161023}"/>
          </ac:spMkLst>
        </pc:spChg>
        <pc:spChg chg="mod">
          <ac:chgData name="Frommer, Ian Dr. (EDU)" userId="28ca3ff0-544f-450a-928b-99e19cf49b89" providerId="ADAL" clId="{FDDA6EB0-4FD6-4516-ACA5-A4CAC6441DA7}" dt="2026-03-25T14:20:07.161" v="2971" actId="27636"/>
          <ac:spMkLst>
            <pc:docMk/>
            <pc:sldMk cId="1330378181" sldId="275"/>
            <ac:spMk id="3" creationId="{7C69FAEB-99E8-6A2E-3FDC-73AA324E850E}"/>
          </ac:spMkLst>
        </pc:spChg>
        <pc:spChg chg="add mod">
          <ac:chgData name="Frommer, Ian Dr. (EDU)" userId="28ca3ff0-544f-450a-928b-99e19cf49b89" providerId="ADAL" clId="{FDDA6EB0-4FD6-4516-ACA5-A4CAC6441DA7}" dt="2026-03-25T14:20:13.999" v="2972" actId="1076"/>
          <ac:spMkLst>
            <pc:docMk/>
            <pc:sldMk cId="1330378181" sldId="275"/>
            <ac:spMk id="4" creationId="{5B4E5482-A11F-1A03-7578-06EFD2F498B3}"/>
          </ac:spMkLst>
        </pc:spChg>
      </pc:sldChg>
      <pc:sldChg chg="modSp new mod ord modAnim">
        <pc:chgData name="Frommer, Ian Dr. (EDU)" userId="28ca3ff0-544f-450a-928b-99e19cf49b89" providerId="ADAL" clId="{FDDA6EB0-4FD6-4516-ACA5-A4CAC6441DA7}" dt="2026-03-25T14:02:03.641" v="2513" actId="2711"/>
        <pc:sldMkLst>
          <pc:docMk/>
          <pc:sldMk cId="892167985" sldId="276"/>
        </pc:sldMkLst>
        <pc:spChg chg="mod">
          <ac:chgData name="Frommer, Ian Dr. (EDU)" userId="28ca3ff0-544f-450a-928b-99e19cf49b89" providerId="ADAL" clId="{FDDA6EB0-4FD6-4516-ACA5-A4CAC6441DA7}" dt="2026-03-25T13:37:33.237" v="2002" actId="20577"/>
          <ac:spMkLst>
            <pc:docMk/>
            <pc:sldMk cId="892167985" sldId="276"/>
            <ac:spMk id="2" creationId="{8C1CEB21-CA11-75F8-1D35-3A1AA763EBAB}"/>
          </ac:spMkLst>
        </pc:spChg>
        <pc:spChg chg="mod">
          <ac:chgData name="Frommer, Ian Dr. (EDU)" userId="28ca3ff0-544f-450a-928b-99e19cf49b89" providerId="ADAL" clId="{FDDA6EB0-4FD6-4516-ACA5-A4CAC6441DA7}" dt="2026-03-25T14:02:03.641" v="2513" actId="2711"/>
          <ac:spMkLst>
            <pc:docMk/>
            <pc:sldMk cId="892167985" sldId="276"/>
            <ac:spMk id="3" creationId="{21FB001D-6511-39C4-E87C-85DCFA62E1DB}"/>
          </ac:spMkLst>
        </pc:spChg>
      </pc:sldChg>
      <pc:sldChg chg="addSp delSp modSp new mod ord">
        <pc:chgData name="Frommer, Ian Dr. (EDU)" userId="28ca3ff0-544f-450a-928b-99e19cf49b89" providerId="ADAL" clId="{FDDA6EB0-4FD6-4516-ACA5-A4CAC6441DA7}" dt="2026-03-24T15:32:28.600" v="1771" actId="1035"/>
        <pc:sldMkLst>
          <pc:docMk/>
          <pc:sldMk cId="1174450319" sldId="277"/>
        </pc:sldMkLst>
        <pc:spChg chg="mod">
          <ac:chgData name="Frommer, Ian Dr. (EDU)" userId="28ca3ff0-544f-450a-928b-99e19cf49b89" providerId="ADAL" clId="{FDDA6EB0-4FD6-4516-ACA5-A4CAC6441DA7}" dt="2026-03-24T15:15:05.216" v="1537" actId="1076"/>
          <ac:spMkLst>
            <pc:docMk/>
            <pc:sldMk cId="1174450319" sldId="277"/>
            <ac:spMk id="2" creationId="{6469A15F-F4B4-C4CE-D37E-3209BEA2DB1D}"/>
          </ac:spMkLst>
        </pc:spChg>
        <pc:spChg chg="mod">
          <ac:chgData name="Frommer, Ian Dr. (EDU)" userId="28ca3ff0-544f-450a-928b-99e19cf49b89" providerId="ADAL" clId="{FDDA6EB0-4FD6-4516-ACA5-A4CAC6441DA7}" dt="2026-03-24T15:15:53.828" v="1560" actId="1076"/>
          <ac:spMkLst>
            <pc:docMk/>
            <pc:sldMk cId="1174450319" sldId="277"/>
            <ac:spMk id="3" creationId="{B63B39DE-DAB6-8C8E-D61B-90BBFF49074E}"/>
          </ac:spMkLst>
        </pc:spChg>
        <pc:spChg chg="add mod">
          <ac:chgData name="Frommer, Ian Dr. (EDU)" userId="28ca3ff0-544f-450a-928b-99e19cf49b89" providerId="ADAL" clId="{FDDA6EB0-4FD6-4516-ACA5-A4CAC6441DA7}" dt="2026-03-24T15:32:24.600" v="1762" actId="20577"/>
          <ac:spMkLst>
            <pc:docMk/>
            <pc:sldMk cId="1174450319" sldId="277"/>
            <ac:spMk id="9" creationId="{6F900197-DE69-5E4C-97D3-56E9C32AB8C2}"/>
          </ac:spMkLst>
        </pc:spChg>
        <pc:picChg chg="add del mod">
          <ac:chgData name="Frommer, Ian Dr. (EDU)" userId="28ca3ff0-544f-450a-928b-99e19cf49b89" providerId="ADAL" clId="{FDDA6EB0-4FD6-4516-ACA5-A4CAC6441DA7}" dt="2026-03-24T12:31:56.872" v="1284" actId="478"/>
          <ac:picMkLst>
            <pc:docMk/>
            <pc:sldMk cId="1174450319" sldId="277"/>
            <ac:picMk id="5" creationId="{B3FC3668-D3D6-C99A-86DA-5ED1458BB777}"/>
          </ac:picMkLst>
        </pc:picChg>
        <pc:picChg chg="add mod">
          <ac:chgData name="Frommer, Ian Dr. (EDU)" userId="28ca3ff0-544f-450a-928b-99e19cf49b89" providerId="ADAL" clId="{FDDA6EB0-4FD6-4516-ACA5-A4CAC6441DA7}" dt="2026-03-24T15:32:28.600" v="1771" actId="1035"/>
          <ac:picMkLst>
            <pc:docMk/>
            <pc:sldMk cId="1174450319" sldId="277"/>
            <ac:picMk id="7" creationId="{CCDB1C0B-28EE-59EF-4FB3-1B51155389DC}"/>
          </ac:picMkLst>
        </pc:picChg>
      </pc:sldChg>
      <pc:sldChg chg="addSp delSp modSp new mod ord">
        <pc:chgData name="Frommer, Ian Dr. (EDU)" userId="28ca3ff0-544f-450a-928b-99e19cf49b89" providerId="ADAL" clId="{FDDA6EB0-4FD6-4516-ACA5-A4CAC6441DA7}" dt="2026-03-24T15:11:33.435" v="1335"/>
        <pc:sldMkLst>
          <pc:docMk/>
          <pc:sldMk cId="4048049631" sldId="278"/>
        </pc:sldMkLst>
        <pc:spChg chg="del">
          <ac:chgData name="Frommer, Ian Dr. (EDU)" userId="28ca3ff0-544f-450a-928b-99e19cf49b89" providerId="ADAL" clId="{FDDA6EB0-4FD6-4516-ACA5-A4CAC6441DA7}" dt="2026-03-24T15:10:32.480" v="1291" actId="478"/>
          <ac:spMkLst>
            <pc:docMk/>
            <pc:sldMk cId="4048049631" sldId="278"/>
            <ac:spMk id="2" creationId="{15F60234-F4AF-6DEF-5E8A-F65431657239}"/>
          </ac:spMkLst>
        </pc:spChg>
        <pc:spChg chg="del">
          <ac:chgData name="Frommer, Ian Dr. (EDU)" userId="28ca3ff0-544f-450a-928b-99e19cf49b89" providerId="ADAL" clId="{FDDA6EB0-4FD6-4516-ACA5-A4CAC6441DA7}" dt="2026-03-24T15:10:32.480" v="1291" actId="478"/>
          <ac:spMkLst>
            <pc:docMk/>
            <pc:sldMk cId="4048049631" sldId="278"/>
            <ac:spMk id="3" creationId="{7CB6EFD4-7437-E393-A99E-28FA368B6356}"/>
          </ac:spMkLst>
        </pc:spChg>
        <pc:spChg chg="add mod">
          <ac:chgData name="Frommer, Ian Dr. (EDU)" userId="28ca3ff0-544f-450a-928b-99e19cf49b89" providerId="ADAL" clId="{FDDA6EB0-4FD6-4516-ACA5-A4CAC6441DA7}" dt="2026-03-24T15:10:30.545" v="1290"/>
          <ac:spMkLst>
            <pc:docMk/>
            <pc:sldMk cId="4048049631" sldId="278"/>
            <ac:spMk id="4" creationId="{D4DD3F3F-2FEC-E926-FD69-934F0BC2553B}"/>
          </ac:spMkLst>
        </pc:spChg>
        <pc:spChg chg="add mod">
          <ac:chgData name="Frommer, Ian Dr. (EDU)" userId="28ca3ff0-544f-450a-928b-99e19cf49b89" providerId="ADAL" clId="{FDDA6EB0-4FD6-4516-ACA5-A4CAC6441DA7}" dt="2026-03-24T15:11:14.376" v="1333" actId="20577"/>
          <ac:spMkLst>
            <pc:docMk/>
            <pc:sldMk cId="4048049631" sldId="278"/>
            <ac:spMk id="6" creationId="{0B005C0A-0152-7A1A-714F-B0E6EE215FC2}"/>
          </ac:spMkLst>
        </pc:spChg>
        <pc:picChg chg="add mod">
          <ac:chgData name="Frommer, Ian Dr. (EDU)" userId="28ca3ff0-544f-450a-928b-99e19cf49b89" providerId="ADAL" clId="{FDDA6EB0-4FD6-4516-ACA5-A4CAC6441DA7}" dt="2026-03-24T15:10:28.175" v="1289"/>
          <ac:picMkLst>
            <pc:docMk/>
            <pc:sldMk cId="4048049631" sldId="278"/>
            <ac:picMk id="5" creationId="{C6F882E9-64D1-560E-1522-FF8F7D65D740}"/>
          </ac:picMkLst>
        </pc:picChg>
        <pc:picChg chg="add mod">
          <ac:chgData name="Frommer, Ian Dr. (EDU)" userId="28ca3ff0-544f-450a-928b-99e19cf49b89" providerId="ADAL" clId="{FDDA6EB0-4FD6-4516-ACA5-A4CAC6441DA7}" dt="2026-03-24T15:11:04.055" v="1326" actId="1076"/>
          <ac:picMkLst>
            <pc:docMk/>
            <pc:sldMk cId="4048049631" sldId="278"/>
            <ac:picMk id="7" creationId="{B09128CF-6496-DCCC-57FE-1192052FACD3}"/>
          </ac:picMkLst>
        </pc:picChg>
      </pc:sldChg>
      <pc:sldChg chg="addSp modSp new mod">
        <pc:chgData name="Frommer, Ian Dr. (EDU)" userId="28ca3ff0-544f-450a-928b-99e19cf49b89" providerId="ADAL" clId="{FDDA6EB0-4FD6-4516-ACA5-A4CAC6441DA7}" dt="2026-03-25T16:05:43.578" v="3874" actId="20577"/>
        <pc:sldMkLst>
          <pc:docMk/>
          <pc:sldMk cId="515876961" sldId="279"/>
        </pc:sldMkLst>
        <pc:spChg chg="mod">
          <ac:chgData name="Frommer, Ian Dr. (EDU)" userId="28ca3ff0-544f-450a-928b-99e19cf49b89" providerId="ADAL" clId="{FDDA6EB0-4FD6-4516-ACA5-A4CAC6441DA7}" dt="2026-03-25T16:05:14.357" v="3847" actId="1076"/>
          <ac:spMkLst>
            <pc:docMk/>
            <pc:sldMk cId="515876961" sldId="279"/>
            <ac:spMk id="2" creationId="{91F9860D-78AF-8F96-3AF5-7CA4FCBBF9BD}"/>
          </ac:spMkLst>
        </pc:spChg>
        <pc:spChg chg="mod">
          <ac:chgData name="Frommer, Ian Dr. (EDU)" userId="28ca3ff0-544f-450a-928b-99e19cf49b89" providerId="ADAL" clId="{FDDA6EB0-4FD6-4516-ACA5-A4CAC6441DA7}" dt="2026-03-25T16:05:43.578" v="3874" actId="20577"/>
          <ac:spMkLst>
            <pc:docMk/>
            <pc:sldMk cId="515876961" sldId="279"/>
            <ac:spMk id="3" creationId="{F383785A-E213-AB82-42B6-5368584089AC}"/>
          </ac:spMkLst>
        </pc:spChg>
        <pc:picChg chg="add mod">
          <ac:chgData name="Frommer, Ian Dr. (EDU)" userId="28ca3ff0-544f-450a-928b-99e19cf49b89" providerId="ADAL" clId="{FDDA6EB0-4FD6-4516-ACA5-A4CAC6441DA7}" dt="2026-03-25T16:04:26.308" v="3820" actId="1076"/>
          <ac:picMkLst>
            <pc:docMk/>
            <pc:sldMk cId="515876961" sldId="279"/>
            <ac:picMk id="5" creationId="{33A8388C-8170-D56B-0F64-33D9A9B0614E}"/>
          </ac:picMkLst>
        </pc:picChg>
      </pc:sldChg>
      <pc:sldChg chg="addSp delSp modSp new mod modAnim">
        <pc:chgData name="Frommer, Ian Dr. (EDU)" userId="28ca3ff0-544f-450a-928b-99e19cf49b89" providerId="ADAL" clId="{FDDA6EB0-4FD6-4516-ACA5-A4CAC6441DA7}" dt="2026-03-25T14:09:07.743" v="2861"/>
        <pc:sldMkLst>
          <pc:docMk/>
          <pc:sldMk cId="1220852241" sldId="280"/>
        </pc:sldMkLst>
        <pc:spChg chg="mod">
          <ac:chgData name="Frommer, Ian Dr. (EDU)" userId="28ca3ff0-544f-450a-928b-99e19cf49b89" providerId="ADAL" clId="{FDDA6EB0-4FD6-4516-ACA5-A4CAC6441DA7}" dt="2026-03-25T14:05:03.822" v="2595" actId="20577"/>
          <ac:spMkLst>
            <pc:docMk/>
            <pc:sldMk cId="1220852241" sldId="280"/>
            <ac:spMk id="2" creationId="{EABB4626-FB83-29C1-F817-A9074CA6A96A}"/>
          </ac:spMkLst>
        </pc:spChg>
        <pc:spChg chg="mod">
          <ac:chgData name="Frommer, Ian Dr. (EDU)" userId="28ca3ff0-544f-450a-928b-99e19cf49b89" providerId="ADAL" clId="{FDDA6EB0-4FD6-4516-ACA5-A4CAC6441DA7}" dt="2026-03-25T14:08:31.941" v="2857" actId="1076"/>
          <ac:spMkLst>
            <pc:docMk/>
            <pc:sldMk cId="1220852241" sldId="280"/>
            <ac:spMk id="3" creationId="{8C7CF68E-4562-3181-BB9A-2ED1BE30D75C}"/>
          </ac:spMkLst>
        </pc:spChg>
        <pc:spChg chg="add del mod">
          <ac:chgData name="Frommer, Ian Dr. (EDU)" userId="28ca3ff0-544f-450a-928b-99e19cf49b89" providerId="ADAL" clId="{FDDA6EB0-4FD6-4516-ACA5-A4CAC6441DA7}" dt="2026-03-25T13:42:01.253" v="2244" actId="478"/>
          <ac:spMkLst>
            <pc:docMk/>
            <pc:sldMk cId="1220852241" sldId="280"/>
            <ac:spMk id="5" creationId="{CBAD5C33-3A3B-DEFE-BA22-E0F5D81FC1A2}"/>
          </ac:spMkLst>
        </pc:spChg>
        <pc:picChg chg="add mod">
          <ac:chgData name="Frommer, Ian Dr. (EDU)" userId="28ca3ff0-544f-450a-928b-99e19cf49b89" providerId="ADAL" clId="{FDDA6EB0-4FD6-4516-ACA5-A4CAC6441DA7}" dt="2026-03-25T14:07:43.253" v="2823" actId="1076"/>
          <ac:picMkLst>
            <pc:docMk/>
            <pc:sldMk cId="1220852241" sldId="280"/>
            <ac:picMk id="7" creationId="{7E8E1648-8534-4497-D054-FAC6617C1706}"/>
          </ac:picMkLst>
        </pc:picChg>
      </pc:sldChg>
      <pc:sldChg chg="addSp delSp modSp new mod addAnim delAnim modAnim">
        <pc:chgData name="Frommer, Ian Dr. (EDU)" userId="28ca3ff0-544f-450a-928b-99e19cf49b89" providerId="ADAL" clId="{FDDA6EB0-4FD6-4516-ACA5-A4CAC6441DA7}" dt="2026-03-25T16:00:25.477" v="3601"/>
        <pc:sldMkLst>
          <pc:docMk/>
          <pc:sldMk cId="1181033605" sldId="281"/>
        </pc:sldMkLst>
        <pc:spChg chg="mod">
          <ac:chgData name="Frommer, Ian Dr. (EDU)" userId="28ca3ff0-544f-450a-928b-99e19cf49b89" providerId="ADAL" clId="{FDDA6EB0-4FD6-4516-ACA5-A4CAC6441DA7}" dt="2026-03-25T15:59:06.027" v="3586" actId="1076"/>
          <ac:spMkLst>
            <pc:docMk/>
            <pc:sldMk cId="1181033605" sldId="281"/>
            <ac:spMk id="2" creationId="{273E8700-609B-3839-FCCC-9A0F3CDD54C7}"/>
          </ac:spMkLst>
        </pc:spChg>
        <pc:spChg chg="mod">
          <ac:chgData name="Frommer, Ian Dr. (EDU)" userId="28ca3ff0-544f-450a-928b-99e19cf49b89" providerId="ADAL" clId="{FDDA6EB0-4FD6-4516-ACA5-A4CAC6441DA7}" dt="2026-03-25T15:59:00.399" v="3584" actId="1076"/>
          <ac:spMkLst>
            <pc:docMk/>
            <pc:sldMk cId="1181033605" sldId="281"/>
            <ac:spMk id="3" creationId="{2A9C0002-EF33-A6F5-422E-33C026FBC5BE}"/>
          </ac:spMkLst>
        </pc:spChg>
        <pc:spChg chg="add mod">
          <ac:chgData name="Frommer, Ian Dr. (EDU)" userId="28ca3ff0-544f-450a-928b-99e19cf49b89" providerId="ADAL" clId="{FDDA6EB0-4FD6-4516-ACA5-A4CAC6441DA7}" dt="2026-03-25T15:58:54.605" v="3583" actId="14100"/>
          <ac:spMkLst>
            <pc:docMk/>
            <pc:sldMk cId="1181033605" sldId="281"/>
            <ac:spMk id="5" creationId="{6E2CBF01-7983-6B87-BC4F-D3EA544F959F}"/>
          </ac:spMkLst>
        </pc:spChg>
        <pc:spChg chg="add mod">
          <ac:chgData name="Frommer, Ian Dr. (EDU)" userId="28ca3ff0-544f-450a-928b-99e19cf49b89" providerId="ADAL" clId="{FDDA6EB0-4FD6-4516-ACA5-A4CAC6441DA7}" dt="2026-03-25T15:59:45.621" v="3594" actId="1076"/>
          <ac:spMkLst>
            <pc:docMk/>
            <pc:sldMk cId="1181033605" sldId="281"/>
            <ac:spMk id="6" creationId="{13D22D62-FB1A-BFDE-D100-FD216050321B}"/>
          </ac:spMkLst>
        </pc:spChg>
        <pc:spChg chg="add del mod">
          <ac:chgData name="Frommer, Ian Dr. (EDU)" userId="28ca3ff0-544f-450a-928b-99e19cf49b89" providerId="ADAL" clId="{FDDA6EB0-4FD6-4516-ACA5-A4CAC6441DA7}" dt="2026-03-25T15:18:27.070" v="3407"/>
          <ac:spMkLst>
            <pc:docMk/>
            <pc:sldMk cId="1181033605" sldId="281"/>
            <ac:spMk id="7" creationId="{2C83B0CE-4A5B-6E70-E197-D3910074F092}"/>
          </ac:spMkLst>
        </pc:spChg>
      </pc:sldChg>
      <pc:sldChg chg="addSp modSp new mod">
        <pc:chgData name="Frommer, Ian Dr. (EDU)" userId="28ca3ff0-544f-450a-928b-99e19cf49b89" providerId="ADAL" clId="{FDDA6EB0-4FD6-4516-ACA5-A4CAC6441DA7}" dt="2026-03-25T16:03:03.072" v="3705" actId="1076"/>
        <pc:sldMkLst>
          <pc:docMk/>
          <pc:sldMk cId="1016623633" sldId="282"/>
        </pc:sldMkLst>
        <pc:spChg chg="mod">
          <ac:chgData name="Frommer, Ian Dr. (EDU)" userId="28ca3ff0-544f-450a-928b-99e19cf49b89" providerId="ADAL" clId="{FDDA6EB0-4FD6-4516-ACA5-A4CAC6441DA7}" dt="2026-03-25T16:00:53.534" v="3614" actId="20577"/>
          <ac:spMkLst>
            <pc:docMk/>
            <pc:sldMk cId="1016623633" sldId="282"/>
            <ac:spMk id="2" creationId="{D10A5B95-017A-2C00-9670-9ADF007F1BC8}"/>
          </ac:spMkLst>
        </pc:spChg>
        <pc:spChg chg="mod">
          <ac:chgData name="Frommer, Ian Dr. (EDU)" userId="28ca3ff0-544f-450a-928b-99e19cf49b89" providerId="ADAL" clId="{FDDA6EB0-4FD6-4516-ACA5-A4CAC6441DA7}" dt="2026-03-25T16:02:55.421" v="3704" actId="20577"/>
          <ac:spMkLst>
            <pc:docMk/>
            <pc:sldMk cId="1016623633" sldId="282"/>
            <ac:spMk id="3" creationId="{948EF34D-8651-4E6B-EFFF-384553B68FF3}"/>
          </ac:spMkLst>
        </pc:spChg>
        <pc:spChg chg="add mod">
          <ac:chgData name="Frommer, Ian Dr. (EDU)" userId="28ca3ff0-544f-450a-928b-99e19cf49b89" providerId="ADAL" clId="{FDDA6EB0-4FD6-4516-ACA5-A4CAC6441DA7}" dt="2026-03-25T16:03:03.072" v="3705" actId="1076"/>
          <ac:spMkLst>
            <pc:docMk/>
            <pc:sldMk cId="1016623633" sldId="282"/>
            <ac:spMk id="5" creationId="{5963A971-DAEA-563A-DD30-84B01C336CDA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3-25T17:07:59.365" v="5067"/>
        <pc:sldMkLst>
          <pc:docMk/>
          <pc:sldMk cId="961895962" sldId="283"/>
        </pc:sldMkLst>
        <pc:spChg chg="mod">
          <ac:chgData name="Frommer, Ian Dr. (EDU)" userId="28ca3ff0-544f-450a-928b-99e19cf49b89" providerId="ADAL" clId="{FDDA6EB0-4FD6-4516-ACA5-A4CAC6441DA7}" dt="2026-03-25T17:04:04.950" v="4529" actId="20577"/>
          <ac:spMkLst>
            <pc:docMk/>
            <pc:sldMk cId="961895962" sldId="283"/>
            <ac:spMk id="2" creationId="{6482A1DE-DA2E-6326-DE5F-72128B1B4F5B}"/>
          </ac:spMkLst>
        </pc:spChg>
        <pc:spChg chg="mod">
          <ac:chgData name="Frommer, Ian Dr. (EDU)" userId="28ca3ff0-544f-450a-928b-99e19cf49b89" providerId="ADAL" clId="{FDDA6EB0-4FD6-4516-ACA5-A4CAC6441DA7}" dt="2026-03-25T17:07:43.170" v="5065" actId="2711"/>
          <ac:spMkLst>
            <pc:docMk/>
            <pc:sldMk cId="961895962" sldId="283"/>
            <ac:spMk id="3" creationId="{8B962C85-C12F-6AAF-33CF-E2284AA63D23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3-25T17:31:11.326" v="5340"/>
        <pc:sldMkLst>
          <pc:docMk/>
          <pc:sldMk cId="3040795835" sldId="284"/>
        </pc:sldMkLst>
        <pc:spChg chg="mod">
          <ac:chgData name="Frommer, Ian Dr. (EDU)" userId="28ca3ff0-544f-450a-928b-99e19cf49b89" providerId="ADAL" clId="{FDDA6EB0-4FD6-4516-ACA5-A4CAC6441DA7}" dt="2026-03-25T17:26:24.031" v="5160" actId="1035"/>
          <ac:spMkLst>
            <pc:docMk/>
            <pc:sldMk cId="3040795835" sldId="284"/>
            <ac:spMk id="2" creationId="{19586DE5-0CF0-BE80-34BA-FCC5C6B92F19}"/>
          </ac:spMkLst>
        </pc:spChg>
        <pc:spChg chg="mod">
          <ac:chgData name="Frommer, Ian Dr. (EDU)" userId="28ca3ff0-544f-450a-928b-99e19cf49b89" providerId="ADAL" clId="{FDDA6EB0-4FD6-4516-ACA5-A4CAC6441DA7}" dt="2026-03-25T17:26:20.302" v="5144" actId="1076"/>
          <ac:spMkLst>
            <pc:docMk/>
            <pc:sldMk cId="3040795835" sldId="284"/>
            <ac:spMk id="3" creationId="{F8B4ACF4-557E-1728-A082-93FCC6A837C6}"/>
          </ac:spMkLst>
        </pc:spChg>
        <pc:spChg chg="add mod">
          <ac:chgData name="Frommer, Ian Dr. (EDU)" userId="28ca3ff0-544f-450a-928b-99e19cf49b89" providerId="ADAL" clId="{FDDA6EB0-4FD6-4516-ACA5-A4CAC6441DA7}" dt="2026-03-25T17:27:48.988" v="5206" actId="13822"/>
          <ac:spMkLst>
            <pc:docMk/>
            <pc:sldMk cId="3040795835" sldId="284"/>
            <ac:spMk id="5" creationId="{3713CE7B-8842-F721-71CA-528329DEA85B}"/>
          </ac:spMkLst>
        </pc:spChg>
        <pc:spChg chg="add mod">
          <ac:chgData name="Frommer, Ian Dr. (EDU)" userId="28ca3ff0-544f-450a-928b-99e19cf49b89" providerId="ADAL" clId="{FDDA6EB0-4FD6-4516-ACA5-A4CAC6441DA7}" dt="2026-03-25T17:27:43.949" v="5205" actId="13822"/>
          <ac:spMkLst>
            <pc:docMk/>
            <pc:sldMk cId="3040795835" sldId="284"/>
            <ac:spMk id="9" creationId="{5612A102-A697-EA57-9D16-7D469FF36BC0}"/>
          </ac:spMkLst>
        </pc:spChg>
        <pc:spChg chg="add mod">
          <ac:chgData name="Frommer, Ian Dr. (EDU)" userId="28ca3ff0-544f-450a-928b-99e19cf49b89" providerId="ADAL" clId="{FDDA6EB0-4FD6-4516-ACA5-A4CAC6441DA7}" dt="2026-03-25T17:30:50.755" v="5336" actId="1076"/>
          <ac:spMkLst>
            <pc:docMk/>
            <pc:sldMk cId="3040795835" sldId="284"/>
            <ac:spMk id="11" creationId="{FFE75133-BDC2-D845-EB89-3EA127B5ED45}"/>
          </ac:spMkLst>
        </pc:spChg>
        <pc:picChg chg="add mod">
          <ac:chgData name="Frommer, Ian Dr. (EDU)" userId="28ca3ff0-544f-450a-928b-99e19cf49b89" providerId="ADAL" clId="{FDDA6EB0-4FD6-4516-ACA5-A4CAC6441DA7}" dt="2026-03-25T17:26:31.248" v="5163" actId="14100"/>
          <ac:picMkLst>
            <pc:docMk/>
            <pc:sldMk cId="3040795835" sldId="284"/>
            <ac:picMk id="7" creationId="{98FA8A94-5A5C-A11C-8581-BDED35A387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F882-2A8C-F33A-29C1-DAFFEC3B9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B9B5F-D777-62A4-6925-E1002AB6B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B87EB-1D9A-6312-5F92-45C6797E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8789A-6195-6B3C-9B3D-FCFBA636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C3522-856A-7160-6D9C-3865C6DC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6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F3B85-0A3D-7807-FB91-5E6ECE4E9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A36D-8CAB-DDF8-32D8-C7DDCB19A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7CE76-78B9-C100-589E-9F06D24A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E4E72-BDB5-0813-FA2C-EEDEDE8E2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56E9C-8CD4-900C-F893-A5F003B9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8E70-A54A-5AD1-DDE5-380E9ABD5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E21F6-3864-AB07-CE56-E8896431D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00790-5A73-E58D-EAE2-AA8EEF57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D4EC0-AF86-0861-0CFA-199ADAF05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08C54-0566-8244-5F82-E23EAF32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5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62CB-D0A9-3F18-DE1E-5F4E30F4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EF596-508D-2AAC-461D-BFFE45370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1D945-9C37-CC17-5912-16F177959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1F183-7574-1243-4469-16FC5397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74AF2-9BBC-5DD8-5EEE-CB27FA42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137A1-BB16-4EE1-BEA1-600BECDE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4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5F1A-60E1-CC0F-83B1-E39B442B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57AD7-0E10-F1F2-220F-1E03A03E1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8C814-5765-F45D-F61F-358A0EFCB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605CC-B086-F768-C915-DBF5FA88B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53343-C821-1C1F-FFA4-F4C33D945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3EC11-8951-C910-C582-245DD4367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DFBEF-E4D7-E35D-5F2E-2839E78C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3B5E0-E1BD-40D7-5046-D8442E31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6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95BA-3A5C-3BEE-426B-F82618D4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96962-8CBE-34BC-019A-62A30604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4C30D-08EC-E970-394F-3FFC7A33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92A68-9376-3910-3C12-DFD306B7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8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D6BAD-6F21-B82D-9809-E4C9AABC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1D481-951F-7482-E72F-BB9CF46D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7F055-4198-638C-F8A9-E9F6A7E1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87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F29F-8129-6E4E-E446-1A6A4C8EA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40110-318D-1AAD-C225-B36FF284E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72320-EE68-3DA6-C038-BB2733298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C5B6B-2B17-FEC6-51F2-5C3209663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35F18-282E-5685-3792-10AEA2E0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08D6F-1DCD-C206-ABB6-BEDC8FAF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45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74CA-BFB4-5CBD-7EA6-0099AF49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550B2-B0E5-E3CA-E145-4638FA271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8B99E-484D-EFFC-7AA4-EA0A50F85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8EF9D-2EAC-E9CC-8C15-7105104A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2662E-A3B5-124D-A8A5-ECD3E92B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1A974-AFFB-F6E7-7A53-A0F51759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1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44CC-3023-7107-80BB-C433BDA72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BF527-2FB4-7100-1227-3D1A7E3E3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27ABA-0A33-E2D4-5C6D-271C1AC2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874E3-5426-BE9B-0A31-64EBFC10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0AB0B-9236-E071-B3DD-6ED85FA0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0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239E5-5C38-3D69-03A8-8D45FD649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A0A0A-D0BA-8D6A-5838-E52198BF8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8AF79-CDDC-52B8-7B82-3819DAD5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E9FBA-FB4D-9EDF-D46A-604FFC59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93CAF-4D8D-CC88-881E-F5D0263A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8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AEB5D-FB73-5CA3-C92F-7594BF35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79964-4D1B-7C00-F67B-FEE9F0FD0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4BB4D-8A73-605B-F1E9-C6E0AC8D3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3714D-670F-439A-99ED-D4920D9D00A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103C1-5C9F-721E-45EF-04679E6E0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24FC4-143E-7F59-F1D9-D4C7CC963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5BE41-90B8-4BA5-B908-78A8C27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0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ual.textualize.io/api/color/#textual.color--named-colors" TargetMode="External"/><Relationship Id="rId2" Type="http://schemas.openxmlformats.org/officeDocument/2006/relationships/hyperlink" Target="https://textual.textualize.io/guide/style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textual.textualize.io/guide/screen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xtualize/textual/blob/main/src/textual/theme.py" TargetMode="External"/><Relationship Id="rId2" Type="http://schemas.openxmlformats.org/officeDocument/2006/relationships/hyperlink" Target="https://textual.textualize.io/guide/desig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youtu.be/dpJrM2_NOT8?si=fUKR3FXGLGx1NHFa&amp;t=122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textual.textualize.io/how-to/work-with-container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pJrM2_NOT8?si=3zS834a9RG6b_5TL&amp;t=517" TargetMode="External"/><Relationship Id="rId2" Type="http://schemas.openxmlformats.org/officeDocument/2006/relationships/hyperlink" Target="https://textual.textualize.io/guide/event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youtube.com/watch?v=Y2-c22nCE4E&amp;t=135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B005C0A-0152-7A1A-714F-B0E6EE215FC2}"/>
              </a:ext>
            </a:extLst>
          </p:cNvPr>
          <p:cNvSpPr txBox="1">
            <a:spLocks/>
          </p:cNvSpPr>
          <p:nvPr/>
        </p:nvSpPr>
        <p:spPr>
          <a:xfrm>
            <a:off x="2327147" y="336633"/>
            <a:ext cx="7537704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Terminal User Interfaces (TUIs) </a:t>
            </a:r>
          </a:p>
          <a:p>
            <a:r>
              <a:rPr lang="en-US"/>
              <a:t>   with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 (continued)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128CF-6496-DCCC-57FE-1192052FA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19" y="2988027"/>
            <a:ext cx="8306959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4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D0D1-A5A4-83BB-9B67-ED5DCCBC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background info about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8E5B-9B2B-4A1A-AE68-27560ACA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OS-independent</a:t>
            </a:r>
          </a:p>
          <a:p>
            <a:r>
              <a:rPr lang="en-US"/>
              <a:t>does depend on terminal – colors you can get will depend on what terminal can offer</a:t>
            </a:r>
          </a:p>
          <a:p>
            <a:r>
              <a:rPr lang="en-US"/>
              <a:t>CTL-Q to quit, but you can change this</a:t>
            </a:r>
          </a:p>
          <a:p>
            <a:r>
              <a:rPr lang="en-US"/>
              <a:t>much styling of widgets, layout, panels, etc. is possible – we will explore some of this today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3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AC55-7B3B-393F-A7DA-1CD6883E1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Formatting of Text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4C584-871D-01B9-2390-E86F53081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/>
              <a:t>Text widgets support markup of content, such as:</a:t>
            </a:r>
          </a:p>
          <a:p>
            <a:r>
              <a:rPr lang="en-US"/>
              <a:t>“[bold red]Hello[/] World!”  </a:t>
            </a:r>
          </a:p>
          <a:p>
            <a:pPr lvl="1"/>
            <a:r>
              <a:rPr lang="en-US"/>
              <a:t>[/] signifies end all format tags</a:t>
            </a:r>
          </a:p>
          <a:p>
            <a:r>
              <a:rPr lang="en-US"/>
              <a:t>this is actually utilizing the Python library named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rich</a:t>
            </a:r>
            <a:r>
              <a:rPr lang="en-US"/>
              <a:t> – see next slide</a:t>
            </a:r>
          </a:p>
          <a:p>
            <a:r>
              <a:rPr lang="en-US"/>
              <a:t>works on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en-US"/>
              <a:t> widgets (not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/>
              <a:t>)</a:t>
            </a:r>
          </a:p>
          <a:p>
            <a:r>
              <a:rPr lang="en-US"/>
              <a:t>Some formatting you can do this way: </a:t>
            </a:r>
          </a:p>
          <a:p>
            <a:pPr lvl="1"/>
            <a:r>
              <a:rPr lang="en-US"/>
              <a:t>[bold] [italic] [underline]</a:t>
            </a:r>
          </a:p>
          <a:p>
            <a:pPr lvl="1"/>
            <a:r>
              <a:rPr lang="en-US"/>
              <a:t>[red] [green] [blue]</a:t>
            </a:r>
          </a:p>
          <a:p>
            <a:pPr lvl="1"/>
            <a:r>
              <a:rPr lang="en-US"/>
              <a:t>[white on blue]</a:t>
            </a:r>
          </a:p>
          <a:p>
            <a:pPr lvl="1"/>
            <a:r>
              <a:rPr lang="en-US"/>
              <a:t>[#ff0000] or [rgb(21,23,200)]  (other ways to specify colors)</a:t>
            </a:r>
          </a:p>
          <a:p>
            <a:pPr lvl="1"/>
            <a:r>
              <a:rPr lang="en-US"/>
              <a:t>[bold red on yellow]</a:t>
            </a:r>
          </a:p>
          <a:p>
            <a:r>
              <a:rPr lang="en-US"/>
              <a:t>See: 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ex07_label_with_formatting.py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ex08_panels_plus_formatted.py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https://textual.textualize.io/guide/content/</a:t>
            </a:r>
          </a:p>
          <a:p>
            <a:pPr lvl="1"/>
            <a:r>
              <a:rPr lang="en-US">
                <a:latin typeface="Consolas" panose="020B0609020204030204" pitchFamily="49" charset="0"/>
              </a:rPr>
              <a:t>https://rich.readthedocs.io/en/stable/markup.html</a:t>
            </a:r>
          </a:p>
          <a:p>
            <a:pPr marL="0" indent="0">
              <a:buNone/>
            </a:pPr>
            <a:endParaRPr lang="en-US">
              <a:solidFill>
                <a:srgbClr val="FF0000"/>
              </a:solidFill>
            </a:endParaRPr>
          </a:p>
          <a:p>
            <a:pPr lvl="1"/>
            <a:endParaRPr lang="en-US"/>
          </a:p>
          <a:p>
            <a:pPr lvl="1"/>
            <a:endParaRPr lang="en-US" b="1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53E78-6879-A7CF-FFD3-8B3FD437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033" y="3589814"/>
            <a:ext cx="4589783" cy="2026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6D9C21-BCF3-8621-D618-A041C2E61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097287"/>
            <a:ext cx="1743642" cy="5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3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A15F-F4B4-C4CE-D37E-3209BEA2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4" y="200533"/>
            <a:ext cx="2618232" cy="1325563"/>
          </a:xfrm>
        </p:spPr>
        <p:txBody>
          <a:bodyPr/>
          <a:lstStyle/>
          <a:p>
            <a:r>
              <a:rPr lang="en-US"/>
              <a:t>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rich</a:t>
            </a:r>
            <a:r>
              <a:rPr lang="en-US"/>
              <a:t>    </a:t>
            </a:r>
            <a:br>
              <a:rPr lang="en-US"/>
            </a:br>
            <a:r>
              <a:rPr lang="en-US"/>
              <a:t>  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B39DE-DAB6-8C8E-D61B-90BBFF490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03" y="1695703"/>
            <a:ext cx="3203448" cy="4887976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Python library for writing text with color and style to the terminal, and for displaying advanced content such as tables, markdown, and syntax highlighted code. </a:t>
            </a:r>
          </a:p>
          <a:p>
            <a:pPr marL="0" indent="0">
              <a:buNone/>
            </a:pPr>
            <a:r>
              <a:rPr lang="en-US" sz="1300"/>
              <a:t> 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rich </a:t>
            </a:r>
            <a:r>
              <a:rPr lang="en-US"/>
              <a:t>came with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 – you already have it.  Type: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python –m rich</a:t>
            </a:r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DB1C0B-28EE-59EF-4FB3-1B5115538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5" y="505044"/>
            <a:ext cx="8215305" cy="59963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900197-DE69-5E4C-97D3-56E9C32AB8C2}"/>
              </a:ext>
            </a:extLst>
          </p:cNvPr>
          <p:cNvSpPr txBox="1"/>
          <p:nvPr/>
        </p:nvSpPr>
        <p:spPr>
          <a:xfrm>
            <a:off x="5004054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See:  https://realpython.com/python-rich-package/</a:t>
            </a:r>
          </a:p>
        </p:txBody>
      </p:sp>
    </p:spTree>
    <p:extLst>
      <p:ext uri="{BB962C8B-B14F-4D97-AF65-F5344CB8AC3E}">
        <p14:creationId xmlns:p14="http://schemas.microsoft.com/office/powerpoint/2010/main" val="117445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EB21-CA11-75F8-1D35-3A1AA763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55981"/>
            <a:ext cx="11067288" cy="1325563"/>
          </a:xfrm>
        </p:spPr>
        <p:txBody>
          <a:bodyPr>
            <a:normAutofit/>
          </a:bodyPr>
          <a:lstStyle/>
          <a:p>
            <a:pPr algn="ctr"/>
            <a:r>
              <a:rPr lang="en-US" sz="3600"/>
              <a:t>For increased format control use:</a:t>
            </a:r>
            <a:br>
              <a:rPr lang="en-US" sz="3600"/>
            </a:br>
            <a:r>
              <a:rPr lang="en-US" sz="3600"/>
              <a:t> </a:t>
            </a:r>
            <a:r>
              <a:rPr lang="en-US" sz="3600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 sz="3600"/>
              <a:t> </a:t>
            </a:r>
            <a:r>
              <a:rPr lang="en-US" sz="3600">
                <a:latin typeface="Courier New" panose="02070309020205020404" pitchFamily="49" charset="0"/>
                <a:cs typeface="Courier New" panose="02070309020205020404" pitchFamily="49" charset="0"/>
              </a:rPr>
              <a:t>.styles </a:t>
            </a:r>
            <a:r>
              <a:rPr lang="en-US" sz="3600"/>
              <a:t>property of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001D-6511-39C4-E87C-85DCFA62E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63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/>
              <a:t>Examples</a:t>
            </a:r>
            <a:r>
              <a:rPr lang="en-US"/>
              <a:t> (append these to a widget instance, we will do)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.styles.background = 'orange'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.styles.width=45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.styles.text_align = “center”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.styles.padding = 1, 1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.styles.margin = 4, 4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.styles.height=“2fr”    </a:t>
            </a:r>
            <a:r>
              <a:rPr lang="en-US" sz="2600"/>
              <a:t># means gives this widget 2 parts of the available space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Set these in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on_mount</a:t>
            </a:r>
            <a:r>
              <a:rPr lang="en-US"/>
              <a:t> method – more on that soon</a:t>
            </a:r>
          </a:p>
          <a:p>
            <a:pPr marL="0" indent="0">
              <a:buNone/>
            </a:pPr>
            <a:r>
              <a:rPr lang="en-US"/>
              <a:t>Let’s build an example out of 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ex09_styled_buttons_skeleton.py</a:t>
            </a:r>
          </a:p>
          <a:p>
            <a:pPr marL="0" indent="0">
              <a:buNone/>
            </a:pPr>
            <a:r>
              <a:rPr lang="en-US"/>
              <a:t>See for reference:</a:t>
            </a:r>
          </a:p>
          <a:p>
            <a:pPr lvl="1"/>
            <a:r>
              <a:rPr lang="en-US" sz="2800"/>
              <a:t>Styles:   </a:t>
            </a:r>
            <a:r>
              <a:rPr lang="en-US" sz="2800"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https://textual.textualize.io/guide/styles/</a:t>
            </a:r>
            <a:r>
              <a:rPr lang="en-US" sz="280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sz="2800"/>
              <a:t>Colors:  </a:t>
            </a:r>
            <a:r>
              <a:rPr lang="en-US" sz="2300"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https://textual.textualize.io/api/color/#textual.color--named-colors</a:t>
            </a:r>
            <a:endParaRPr lang="en-US" sz="2800">
              <a:latin typeface="Consolas" panose="020B0609020204030204" pitchFamily="49" charset="0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6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4626-FB83-29C1-F817-A9074CA6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Textual Screens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CF68E-4562-3181-BB9A-2ED1BE30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619148"/>
            <a:ext cx="10203426" cy="466725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containers for widgets that occupy the dimensions of your </a:t>
            </a:r>
          </a:p>
          <a:p>
            <a:pPr marL="0" indent="0">
              <a:buNone/>
            </a:pPr>
            <a:r>
              <a:rPr lang="en-US"/>
              <a:t>     terminal</a:t>
            </a:r>
          </a:p>
          <a:p>
            <a:r>
              <a:rPr lang="en-US"/>
              <a:t>can be many screens in a given app, but only one screen is </a:t>
            </a:r>
          </a:p>
          <a:p>
            <a:pPr marL="0" indent="0">
              <a:buNone/>
            </a:pPr>
            <a:r>
              <a:rPr lang="en-US"/>
              <a:t>      active at a time</a:t>
            </a:r>
          </a:p>
          <a:p>
            <a:r>
              <a:rPr lang="en-US"/>
              <a:t>our examples have only had one screen but see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 </a:t>
            </a:r>
            <a:r>
              <a:rPr lang="en-US"/>
              <a:t>demo </a:t>
            </a:r>
          </a:p>
          <a:p>
            <a:pPr marL="0" indent="0">
              <a:buNone/>
            </a:pPr>
            <a:r>
              <a:rPr lang="en-US"/>
              <a:t>      for an example with many</a:t>
            </a:r>
          </a:p>
          <a:p>
            <a:r>
              <a:rPr lang="en-US"/>
              <a:t>Can control screen styles with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.screen.styles</a:t>
            </a:r>
            <a:r>
              <a:rPr lang="en-US"/>
              <a:t>, e.g. </a:t>
            </a:r>
          </a:p>
          <a:p>
            <a:pPr marL="0" indent="0">
              <a:buNone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</a:rPr>
              <a:t>  def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</a:rPr>
              <a:t>compose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):   </a:t>
            </a:r>
          </a:p>
          <a:p>
            <a:pPr>
              <a:lnSpc>
                <a:spcPts val="1650"/>
              </a:lnSpc>
              <a:buNone/>
            </a:pP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screen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styles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background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</a:rPr>
              <a:t>"antiquewhite"</a:t>
            </a:r>
            <a:endParaRPr lang="en-US" sz="2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screen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styles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</a:rPr>
              <a:t>border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</a:rPr>
              <a:t>"heavy"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</a:rPr>
              <a:t>"silver"</a:t>
            </a:r>
            <a:r>
              <a:rPr lang="en-US" sz="24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hlinkClick r:id="rId2"/>
              </a:rPr>
              <a:t>https://textual.textualize.io/guide/screens/</a:t>
            </a:r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8E1648-8534-4497-D054-FAC6617C1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511" y="79989"/>
            <a:ext cx="2219635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5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7F69-8CE8-86EC-BAB8-9472DCA5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on_mount </a:t>
            </a:r>
            <a:r>
              <a:rPr lang="en-US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EF29-C641-A61E-3FC2-E31E2DDBA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it’s a method of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textual’s App </a:t>
            </a:r>
            <a:r>
              <a:rPr lang="en-US"/>
              <a:t>class </a:t>
            </a:r>
          </a:p>
          <a:p>
            <a:r>
              <a:rPr lang="en-US"/>
              <a:t>runs after compose() builds the UI structure</a:t>
            </a:r>
          </a:p>
          <a:p>
            <a:r>
              <a:rPr lang="en-US"/>
              <a:t>allows us to:</a:t>
            </a:r>
          </a:p>
          <a:p>
            <a:pPr lvl="1"/>
            <a:r>
              <a:rPr lang="en-US"/>
              <a:t>set styles of widgets</a:t>
            </a:r>
          </a:p>
          <a:p>
            <a:pPr lvl="1"/>
            <a:r>
              <a:rPr lang="en-US"/>
              <a:t>set global properties of the UI (e.g. theme)</a:t>
            </a:r>
          </a:p>
          <a:p>
            <a:pPr lvl="1"/>
            <a:r>
              <a:rPr lang="en-US"/>
              <a:t>set focus on a widget</a:t>
            </a:r>
          </a:p>
          <a:p>
            <a:pPr lvl="1"/>
            <a:r>
              <a:rPr lang="en-US"/>
              <a:t>start a background task (e.g. timer)</a:t>
            </a:r>
          </a:p>
          <a:p>
            <a:pPr lvl="1"/>
            <a:r>
              <a:rPr lang="en-US"/>
              <a:t>initialize data or state</a:t>
            </a:r>
          </a:p>
          <a:p>
            <a:pPr lvl="1"/>
            <a:r>
              <a:rPr lang="en-US"/>
              <a:t>update a widget after layout has been created</a:t>
            </a:r>
          </a:p>
          <a:p>
            <a:r>
              <a:rPr lang="en-US"/>
              <a:t>See</a:t>
            </a:r>
          </a:p>
          <a:p>
            <a:pPr lvl="1"/>
            <a:r>
              <a:rPr lang="en-US">
                <a:hlinkClick r:id="rId2"/>
              </a:rPr>
              <a:t>https://textual.textualize.io/guide/design/</a:t>
            </a:r>
            <a:endParaRPr lang="en-US"/>
          </a:p>
          <a:p>
            <a:pPr lvl="1"/>
            <a:r>
              <a:rPr lang="en-US">
                <a:hlinkClick r:id="rId3"/>
              </a:rPr>
              <a:t>https://github.com/Textualize/textual/blob/main/src/textual/theme.py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C09C9E-5050-B740-8989-36013FA6C698}"/>
              </a:ext>
            </a:extLst>
          </p:cNvPr>
          <p:cNvSpPr txBox="1"/>
          <p:nvPr/>
        </p:nvSpPr>
        <p:spPr>
          <a:xfrm>
            <a:off x="7098889" y="3632006"/>
            <a:ext cx="5856807" cy="533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on_mount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.theme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"solarized-light"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3375D-DB7F-C936-5EC5-1D150FF6D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600" y="1900432"/>
            <a:ext cx="5103871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4C027D-D378-9F3A-535A-C7BC3A888FF6}"/>
              </a:ext>
            </a:extLst>
          </p:cNvPr>
          <p:cNvSpPr txBox="1"/>
          <p:nvPr/>
        </p:nvSpPr>
        <p:spPr>
          <a:xfrm>
            <a:off x="8091948" y="1426228"/>
            <a:ext cx="2188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we saw this in ex09 :</a:t>
            </a:r>
          </a:p>
        </p:txBody>
      </p:sp>
    </p:spTree>
    <p:extLst>
      <p:ext uri="{BB962C8B-B14F-4D97-AF65-F5344CB8AC3E}">
        <p14:creationId xmlns:p14="http://schemas.microsoft.com/office/powerpoint/2010/main" val="196685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4B1F-9CD4-6A0C-4342-48A1EB16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FAEB-99E8-6A2E-3FDC-73AA324E8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from textual.theme import BUILTIN_THEMES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print(list(BUILTIN_THEMES.keys()))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['textual-dark', 'textual-light', 'nord', 'gruvbox', 'catppuccin-mocha', 'textual-ansi', 'dracula', 'tokyo-night', 'monokai', 'flexoki', 'catppuccin-latte', 'catppuccin-frappe', 'catppuccin-macchiato', 'solarized-light', 'solarized-dark', 'rose-pine', 'rose-pine-moon', 'rose-pine-dawn', 'atom-one-dark', 'atom-one-light']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E5482-A11F-1A03-7578-06EFD2F498B3}"/>
              </a:ext>
            </a:extLst>
          </p:cNvPr>
          <p:cNvSpPr txBox="1"/>
          <p:nvPr/>
        </p:nvSpPr>
        <p:spPr>
          <a:xfrm>
            <a:off x="6644910" y="681037"/>
            <a:ext cx="6094476" cy="533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on_mount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.theme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"solarized-light"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37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836D-A66A-199B-875F-754F5A30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Styling with </a:t>
            </a:r>
            <a:r>
              <a:rPr lang="en-US" b="1"/>
              <a:t>TCSS</a:t>
            </a:r>
            <a:r>
              <a:rPr lang="en-US"/>
              <a:t> in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A80CC-F063-AF59-A40A-BE775A55D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Cascading Style Sheets (CSS) </a:t>
            </a:r>
          </a:p>
          <a:p>
            <a:pPr lvl="1"/>
            <a:r>
              <a:rPr lang="en-US"/>
              <a:t>a language for specifying presentation and styling of an </a:t>
            </a:r>
            <a:r>
              <a:rPr lang="en-US" b="1"/>
              <a:t>HTML</a:t>
            </a:r>
            <a:r>
              <a:rPr lang="en-US"/>
              <a:t> (or </a:t>
            </a:r>
            <a:r>
              <a:rPr lang="en-US" b="1"/>
              <a:t>XML</a:t>
            </a:r>
            <a:r>
              <a:rPr lang="en-US"/>
              <a:t>) document </a:t>
            </a:r>
          </a:p>
          <a:p>
            <a:pPr lvl="1"/>
            <a:r>
              <a:rPr lang="en-US"/>
              <a:t>cornerstone technology of the </a:t>
            </a:r>
            <a:r>
              <a:rPr lang="en-US" b="1"/>
              <a:t>World Wide Web</a:t>
            </a:r>
            <a:endParaRPr lang="en-US" b="1" baseline="30000"/>
          </a:p>
          <a:p>
            <a:r>
              <a:rPr lang="en-US" b="1"/>
              <a:t>TCSS</a:t>
            </a:r>
            <a:r>
              <a:rPr lang="en-US"/>
              <a:t> 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/>
              <a:t> version of CSS</a:t>
            </a:r>
          </a:p>
          <a:p>
            <a:pPr lvl="1"/>
            <a:r>
              <a:rPr lang="en-US"/>
              <a:t>offers even more style control and in manner consistent with web design standards and with less code than using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.styles</a:t>
            </a:r>
          </a:p>
          <a:p>
            <a:pPr lvl="2"/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can style entire class of widgets in one shot</a:t>
            </a:r>
          </a:p>
          <a:p>
            <a:pPr lvl="1"/>
            <a:r>
              <a:rPr lang="en-US"/>
              <a:t>uses </a:t>
            </a:r>
            <a:r>
              <a:rPr lang="en-US">
                <a:latin typeface="Consolas" panose="020B0609020204030204" pitchFamily="49" charset="0"/>
              </a:rPr>
              <a:t>.tcss</a:t>
            </a:r>
            <a:r>
              <a:rPr lang="en-US"/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228878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8700-609B-3839-FCCC-9A0F3CDD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1712" y="246253"/>
            <a:ext cx="3998975" cy="1325563"/>
          </a:xfrm>
        </p:spPr>
        <p:txBody>
          <a:bodyPr/>
          <a:lstStyle/>
          <a:p>
            <a:r>
              <a:rPr lang="en-US" b="1"/>
              <a:t>TCSS</a:t>
            </a:r>
            <a:r>
              <a:rPr lang="en-US"/>
              <a:t>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C0002-EF33-A6F5-422E-33C026FBC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9" y="3407975"/>
            <a:ext cx="7062216" cy="3352370"/>
          </a:xfrm>
        </p:spPr>
        <p:txBody>
          <a:bodyPr/>
          <a:lstStyle/>
          <a:p>
            <a:r>
              <a:rPr lang="en-US">
                <a:latin typeface="-apple-system"/>
              </a:rPr>
              <a:t>Can apply styling based on widget (or container) type, id, or class</a:t>
            </a:r>
          </a:p>
          <a:p>
            <a:pPr lvl="1"/>
            <a:r>
              <a:rPr lang="en-US">
                <a:latin typeface="-apple-system"/>
              </a:rPr>
              <a:t>In the code, 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menu</a:t>
            </a:r>
            <a:r>
              <a:rPr lang="en-US">
                <a:latin typeface="-apple-system"/>
              </a:rPr>
              <a:t> and 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>
                <a:latin typeface="-apple-system"/>
              </a:rPr>
              <a:t> are the id's of 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>
                <a:latin typeface="-apple-system"/>
              </a:rPr>
              <a:t> 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US">
                <a:latin typeface="-apple-system"/>
              </a:rPr>
              <a:t> and 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Widget</a:t>
            </a:r>
            <a:r>
              <a:rPr lang="en-US">
                <a:latin typeface="-apple-system"/>
              </a:rPr>
              <a:t>, respectively.</a:t>
            </a:r>
          </a:p>
          <a:p>
            <a:pPr lvl="1"/>
            <a:r>
              <a:rPr lang="en-US"/>
              <a:t>classes is a space-separated list of style names attached to a widget, e.g</a:t>
            </a:r>
          </a:p>
          <a:p>
            <a:pPr marL="457200" lvl="1" indent="0">
              <a:buNone/>
            </a:pPr>
            <a:r>
              <a:rPr lang="en-US"/>
              <a:t>     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yield Static("Second class", 	classes="static_cls1 static_cls2")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CBF01-7983-6B87-BC4F-D3EA544F959F}"/>
              </a:ext>
            </a:extLst>
          </p:cNvPr>
          <p:cNvSpPr txBox="1"/>
          <p:nvPr/>
        </p:nvSpPr>
        <p:spPr>
          <a:xfrm>
            <a:off x="1214481" y="121027"/>
            <a:ext cx="3741567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/* Example .tcss file */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#menu {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width: 30%;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min-width: 24;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padding: 2 0 2 2;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background: $boost;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#output {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min-width: 60;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padding: 2;</a:t>
            </a:r>
          </a:p>
          <a:p>
            <a:pPr algn="l">
              <a:buNone/>
            </a:pPr>
            <a:r>
              <a:rPr lang="en-US" b="0" i="0">
                <a:solidFill>
                  <a:srgbClr val="3B3B3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22D62-FB1A-BFDE-D100-FD216050321B}"/>
              </a:ext>
            </a:extLst>
          </p:cNvPr>
          <p:cNvSpPr txBox="1"/>
          <p:nvPr/>
        </p:nvSpPr>
        <p:spPr>
          <a:xfrm>
            <a:off x="7354825" y="2163735"/>
            <a:ext cx="4608576" cy="45243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/* comments in CSS look like this */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Static {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background: blue;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padding: 1 1;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#static_with_id {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border: solid white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.static_cls1 {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background: green;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.static_cls2 {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border: dashed yellow;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103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5B95-017A-2C00-9670-9ADF007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EF34D-8651-4E6B-EFFF-384553B68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32" y="1907921"/>
            <a:ext cx="4227576" cy="4351338"/>
          </a:xfrm>
        </p:spPr>
        <p:txBody>
          <a:bodyPr/>
          <a:lstStyle/>
          <a:p>
            <a:r>
              <a:rPr lang="en-US"/>
              <a:t>Let’s fill in </a:t>
            </a:r>
          </a:p>
          <a:p>
            <a:pPr marL="0" indent="0">
              <a:buNone/>
            </a:pPr>
            <a:r>
              <a:rPr lang="en-US" sz="2400">
                <a:latin typeface="Consolas" panose="020B0609020204030204" pitchFamily="49" charset="0"/>
              </a:rPr>
              <a:t>ex10_tcss_1_skeleton.py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/>
              <a:t>and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z="2400">
                <a:latin typeface="Consolas" panose="020B0609020204030204" pitchFamily="49" charset="0"/>
              </a:rPr>
              <a:t>ex10_skeleton.tcss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3A971-DAEA-563A-DD30-84B01C336CDA}"/>
              </a:ext>
            </a:extLst>
          </p:cNvPr>
          <p:cNvSpPr txBox="1"/>
          <p:nvPr/>
        </p:nvSpPr>
        <p:spPr>
          <a:xfrm>
            <a:off x="5224272" y="1759426"/>
            <a:ext cx="6967728" cy="4021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TCSSApp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DEFINE tcss file name and path here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CSS_PATH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"ex10.tcss"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static widget"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"Using an id"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"static_with_id"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"First class"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"static_cls1"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"Second class"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"static_cls1 static_cls2"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TCSSApp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  </a:t>
            </a:r>
          </a:p>
        </p:txBody>
      </p:sp>
    </p:spTree>
    <p:extLst>
      <p:ext uri="{BB962C8B-B14F-4D97-AF65-F5344CB8AC3E}">
        <p14:creationId xmlns:p14="http://schemas.microsoft.com/office/powerpoint/2010/main" val="1016623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860D-78AF-8F96-3AF5-7CA4FCBBF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92557"/>
            <a:ext cx="4133088" cy="2579243"/>
          </a:xfrm>
        </p:spPr>
        <p:txBody>
          <a:bodyPr/>
          <a:lstStyle/>
          <a:p>
            <a:r>
              <a:rPr lang="en-US"/>
              <a:t>Using 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</a:t>
            </a:r>
            <a:r>
              <a:rPr lang="en-US">
                <a:latin typeface="+mn-lt"/>
                <a:cs typeface="Courier New" panose="02070309020205020404" pitchFamily="49" charset="0"/>
              </a:rPr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/>
              <a:t>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3785A-E213-AB82-42B6-536858408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" y="3429000"/>
            <a:ext cx="10823448" cy="3167248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cs typeface="Courier New" panose="02070309020205020404" pitchFamily="49" charset="0"/>
              </a:rPr>
              <a:t>Aids development by allowing for real-time updates of .tcss style changes</a:t>
            </a:r>
          </a:p>
          <a:p>
            <a:r>
              <a:rPr lang="en-US">
                <a:cs typeface="Courier New" panose="02070309020205020404" pitchFamily="49" charset="0"/>
              </a:rPr>
              <a:t>First do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pip install textual-dev</a:t>
            </a:r>
          </a:p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   then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textual run --dev filename.py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  <a:hlinkClick r:id="rId2"/>
            </a:endParaRPr>
          </a:p>
          <a:p>
            <a:r>
              <a:rPr lang="en-US">
                <a:cs typeface="Courier New" panose="02070309020205020404" pitchFamily="49" charset="0"/>
              </a:rPr>
              <a:t>See:</a:t>
            </a:r>
            <a:endParaRPr lang="en-US">
              <a:hlinkClick r:id="rId2"/>
            </a:endParaRPr>
          </a:p>
          <a:p>
            <a:pPr marL="0" indent="0">
              <a:buNone/>
            </a:pPr>
            <a:r>
              <a:rPr lang="en-US">
                <a:hlinkClick r:id="rId2"/>
              </a:rPr>
              <a:t>https://youtu.be/dpJrM2_NOT8?si=fUKR3FXGLGx1NHFa&amp;t=1223</a:t>
            </a:r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8388C-8170-D56B-0F64-33D9A9B06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676" y="261752"/>
            <a:ext cx="6799838" cy="299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76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DC78-A9DC-5571-F514-82329CD85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7795"/>
            <a:ext cx="10515600" cy="1325563"/>
          </a:xfrm>
        </p:spPr>
        <p:txBody>
          <a:bodyPr/>
          <a:lstStyle/>
          <a:p>
            <a:r>
              <a:rPr lang="en-US"/>
              <a:t>Layout using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A579B-DBEE-2B7E-FEC8-88603AC9A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92" y="1028883"/>
            <a:ext cx="10856976" cy="4869371"/>
          </a:xfrm>
        </p:spPr>
        <p:txBody>
          <a:bodyPr/>
          <a:lstStyle/>
          <a:p>
            <a:r>
              <a:rPr lang="en-US"/>
              <a:t>Containers are reusable arrangements of widgets with preset styles</a:t>
            </a:r>
          </a:p>
          <a:p>
            <a:r>
              <a:rPr lang="en-US"/>
              <a:t>Recall earlier we saw the code below</a:t>
            </a:r>
          </a:p>
          <a:p>
            <a:r>
              <a:rPr lang="en-US"/>
              <a:t>See </a:t>
            </a:r>
            <a:r>
              <a:rPr lang="en-US">
                <a:hlinkClick r:id="rId2"/>
              </a:rPr>
              <a:t>https://textual.textualize.io/how-to/work-with-containers/</a:t>
            </a:r>
            <a:r>
              <a:rPr lang="en-US"/>
              <a:t> and question 3 on hw08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4D2A6-8882-671C-1D91-5F9493406DAE}"/>
              </a:ext>
            </a:extLst>
          </p:cNvPr>
          <p:cNvSpPr txBox="1"/>
          <p:nvPr/>
        </p:nvSpPr>
        <p:spPr>
          <a:xfrm>
            <a:off x="965723" y="2935224"/>
            <a:ext cx="7584409" cy="378353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ts val="1650"/>
              </a:lnSpc>
            </a:pP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textual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containers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Horizontal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Vertical</a:t>
            </a:r>
            <a:endParaRPr lang="en-US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sz="70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lnSpc>
                <a:spcPts val="1650"/>
              </a:lnSpc>
              <a:buNone/>
            </a:pPr>
            <a:endParaRPr lang="en-US" sz="100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MyApp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App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795E26"/>
                </a:solidFill>
                <a:latin typeface="Consolas" panose="020B0609020204030204" pitchFamily="49" charset="0"/>
              </a:rPr>
              <a:t>compose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# Create a horizontal layout with two panels</a:t>
            </a:r>
            <a:endParaRPr lang="en-US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with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Horizontal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# Left panel: buttons stacked vertically</a:t>
            </a:r>
            <a:endParaRPr lang="en-US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with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Vertical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"left_panel"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yield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Button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"Add 2 + 3"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"btn_add"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yield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Button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"Greet"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"btn_greet"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yield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Button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"Clear"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"btn_clear"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b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en-US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>
                <a:solidFill>
                  <a:srgbClr val="008000"/>
                </a:solidFill>
                <a:latin typeface="Consolas" panose="020B0609020204030204" pitchFamily="49" charset="0"/>
              </a:rPr>
              <a:t># Right panel: output area</a:t>
            </a:r>
            <a:endParaRPr lang="en-US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with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Vertical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"right_panel"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>
                <a:solidFill>
                  <a:srgbClr val="AF00DB"/>
                </a:solidFill>
                <a:latin typeface="Consolas" panose="020B0609020204030204" pitchFamily="49" charset="0"/>
              </a:rPr>
              <a:t>yield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 panose="020B0609020204030204" pitchFamily="49" charset="0"/>
              </a:rPr>
              <a:t>Static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"Click a button, output will appear here"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A31515"/>
                </a:solidFill>
                <a:latin typeface="Consolas" panose="020B0609020204030204" pitchFamily="49" charset="0"/>
              </a:rPr>
              <a:t>"output"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4005FC-13E2-26CC-6999-79AB9825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519" y="3991913"/>
            <a:ext cx="3938746" cy="218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05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2D93-BC40-3051-859A-DA4A051C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/>
              <a:t>Events and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BA710-097F-AA38-6643-A3C0B7CEB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024"/>
            <a:ext cx="10515600" cy="4841939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We saw examples of this in: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ex06_panels_plus.py:</a:t>
            </a:r>
          </a:p>
          <a:p>
            <a:pPr>
              <a:lnSpc>
                <a:spcPts val="1650"/>
              </a:lnSpc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on_button_pressed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event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button_id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event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.button.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endParaRPr lang="en-US" sz="18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query_one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"#output"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267F99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button_id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"btn_add"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result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...</a:t>
            </a:r>
            <a:endParaRPr 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/>
              <a:t>See:  </a:t>
            </a:r>
            <a:r>
              <a:rPr lang="en-US">
                <a:hlinkClick r:id="rId2"/>
              </a:rPr>
              <a:t>https://textual.textualize.io/guide/events/</a:t>
            </a:r>
            <a:r>
              <a:rPr lang="en-US"/>
              <a:t> and </a:t>
            </a:r>
            <a:r>
              <a:rPr lang="en-US">
                <a:hlinkClick r:id="rId3"/>
              </a:rPr>
              <a:t>https://youtu.be/dpJrM2_NOT8?si=3zS834a9RG6b_5TL&amp;t=517</a:t>
            </a:r>
            <a:r>
              <a:rPr lang="en-US"/>
              <a:t> </a:t>
            </a:r>
          </a:p>
          <a:p>
            <a:r>
              <a:rPr lang="en-US"/>
              <a:t>Handler naming (e.g. 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on_button_pressed</a:t>
            </a:r>
            <a:r>
              <a:rPr lang="en-US"/>
              <a:t>) – </a:t>
            </a:r>
          </a:p>
          <a:p>
            <a:pPr lvl="1"/>
            <a:r>
              <a:rPr lang="en-US"/>
              <a:t>Start with "on_".</a:t>
            </a:r>
          </a:p>
          <a:p>
            <a:pPr lvl="1"/>
            <a:r>
              <a:rPr lang="en-US"/>
              <a:t>then the message's namespace (if any, converted from CamelCase to snake_case) plus an underscore "_"</a:t>
            </a:r>
          </a:p>
          <a:p>
            <a:pPr lvl="1"/>
            <a:r>
              <a:rPr lang="en-US"/>
              <a:t>then the name of the class (converted from CamelCase to snake_case)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9993-12BE-ED00-ED14-2EA1D426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51" y="128975"/>
            <a:ext cx="10515600" cy="1325563"/>
          </a:xfrm>
        </p:spPr>
        <p:txBody>
          <a:bodyPr/>
          <a:lstStyle/>
          <a:p>
            <a:r>
              <a:rPr lang="en-US"/>
              <a:t>Another simple event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F6A8D-34EC-7A9F-2071-B2FE5C5EB58D}"/>
              </a:ext>
            </a:extLst>
          </p:cNvPr>
          <p:cNvSpPr txBox="1"/>
          <p:nvPr/>
        </p:nvSpPr>
        <p:spPr>
          <a:xfrm>
            <a:off x="263951" y="1527047"/>
            <a:ext cx="9002597" cy="5329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ComposeResult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</a:p>
          <a:p>
            <a:pPr>
              <a:lnSpc>
                <a:spcPts val="1650"/>
              </a:lnSpc>
              <a:buNone/>
            </a:pP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--- "application logic" ---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process_name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</a:p>
          <a:p>
            <a:pPr>
              <a:lnSpc>
                <a:spcPts val="1650"/>
              </a:lnSpc>
              <a:buNone/>
            </a:pP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--- TUI ---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ComposeResult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your name"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on_input_submitted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Submitted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              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get value from TUI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process_name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      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pass to function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query_one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"#output"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            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show result in UI</a:t>
            </a: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FDCA7-E597-613A-4B6E-0509D7A8C38B}"/>
              </a:ext>
            </a:extLst>
          </p:cNvPr>
          <p:cNvSpPr txBox="1"/>
          <p:nvPr/>
        </p:nvSpPr>
        <p:spPr>
          <a:xfrm>
            <a:off x="7653528" y="1316736"/>
            <a:ext cx="37124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Exercise</a:t>
            </a:r>
            <a:r>
              <a:rPr lang="en-US"/>
              <a:t> – read over this code and figure out what it is doing. 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is in this TUI?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Where is the event handler?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triggers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action does it take?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6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A1DE-DA2E-6326-DE5F-72128B1B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And another simple event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62C85-C12F-6AAF-33CF-E2284AA63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Let’s rewrite our first example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ex01_label.py</a:t>
            </a:r>
            <a:r>
              <a:rPr lang="en-US"/>
              <a:t> so that it quits when we type “q” (as opposed to having to type “CTL-Q”)</a:t>
            </a:r>
          </a:p>
          <a:p>
            <a:r>
              <a:rPr lang="en-US"/>
              <a:t>Hints:</a:t>
            </a:r>
          </a:p>
          <a:p>
            <a:pPr lvl="1"/>
            <a:r>
              <a:rPr lang="en-US"/>
              <a:t>The event handler for a key press is: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on_key</a:t>
            </a:r>
          </a:p>
          <a:p>
            <a:pPr lvl="1"/>
            <a:r>
              <a:rPr lang="en-US"/>
              <a:t>The value of the event’s message (i.e. the key) is stored in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event.key</a:t>
            </a:r>
          </a:p>
          <a:p>
            <a:pPr lvl="1"/>
            <a:r>
              <a:rPr lang="en-US"/>
              <a:t>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textual App </a:t>
            </a:r>
            <a:r>
              <a:rPr lang="en-US"/>
              <a:t>class has an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exit() </a:t>
            </a:r>
            <a:r>
              <a:rPr lang="en-US"/>
              <a:t>method to shut itself down (i.e. quit)</a:t>
            </a:r>
          </a:p>
          <a:p>
            <a:r>
              <a:rPr lang="en-US"/>
              <a:t>Start by editing the file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ex01_label.py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answer in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ex11_label_qquit.py</a:t>
            </a:r>
          </a:p>
          <a:p>
            <a:r>
              <a:rPr lang="en-US"/>
              <a:t>Now you can handle any key press…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89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6DE5-0CF0-BE80-34BA-FCC5C6B9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5499"/>
            <a:ext cx="10911840" cy="1325563"/>
          </a:xfrm>
        </p:spPr>
        <p:txBody>
          <a:bodyPr/>
          <a:lstStyle/>
          <a:p>
            <a:r>
              <a:rPr lang="en-US"/>
              <a:t>Powerful: passing TUI input to a calling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4ACF4-557E-1728-A082-93FCC6A83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6243327"/>
            <a:ext cx="10515600" cy="747452"/>
          </a:xfrm>
        </p:spPr>
        <p:txBody>
          <a:bodyPr/>
          <a:lstStyle/>
          <a:p>
            <a:r>
              <a:rPr lang="en-US"/>
              <a:t>See </a:t>
            </a:r>
            <a:r>
              <a:rPr lang="en-US">
                <a:hlinkClick r:id="rId2"/>
              </a:rPr>
              <a:t>https://www.youtube.com/watch?v=Y2-c22nCE4E&amp;t=135s</a:t>
            </a:r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3CE7B-8842-F721-71CA-528329DEA85B}"/>
              </a:ext>
            </a:extLst>
          </p:cNvPr>
          <p:cNvSpPr txBox="1"/>
          <p:nvPr/>
        </p:nvSpPr>
        <p:spPr>
          <a:xfrm>
            <a:off x="108204" y="963342"/>
            <a:ext cx="4728972" cy="50883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100" b="1" u="sng">
                <a:effectLst/>
              </a:rPr>
              <a:t>ex_12_password.py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textual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widgets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PwdApp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your password:"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"status..."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on_input_changed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query_one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"#input"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query_one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"#output"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 typed something'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on_input_submitted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query_one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"#input"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query_one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"#output"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output.update(msg)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PwdApp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A8A94-5A5C-A11C-8581-BDED35A38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901" y="1494171"/>
            <a:ext cx="2367187" cy="10114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12A102-A697-EA57-9D16-7D469FF36BC0}"/>
              </a:ext>
            </a:extLst>
          </p:cNvPr>
          <p:cNvSpPr txBox="1"/>
          <p:nvPr/>
        </p:nvSpPr>
        <p:spPr>
          <a:xfrm>
            <a:off x="7469760" y="1303896"/>
            <a:ext cx="4082160" cy="139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b="1" u="sng"/>
              <a:t>call_password.py</a:t>
            </a:r>
          </a:p>
          <a:p>
            <a:pPr>
              <a:lnSpc>
                <a:spcPts val="1650"/>
              </a:lnSpc>
            </a:pPr>
            <a:endParaRPr lang="en-US" sz="1400" b="1" u="sng"/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ex12_password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PwdApp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user_pwd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PwdApp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 password is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user_pwd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E75133-BDC2-D845-EB89-3EA127B5ED45}"/>
              </a:ext>
            </a:extLst>
          </p:cNvPr>
          <p:cNvSpPr txBox="1"/>
          <p:nvPr/>
        </p:nvSpPr>
        <p:spPr>
          <a:xfrm>
            <a:off x="5910041" y="3220336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call_password.py</a:t>
            </a:r>
          </a:p>
          <a:p>
            <a:endParaRPr lang="en-US">
              <a:solidFill>
                <a:prstClr val="black"/>
              </a:solidFill>
            </a:endParaRPr>
          </a:p>
          <a:p>
            <a:r>
              <a:rPr lang="en-US" sz="1800">
                <a:solidFill>
                  <a:prstClr val="black"/>
                </a:solidFill>
                <a:latin typeface="Consolas" panose="020B0609020204030204" pitchFamily="49" charset="0"/>
              </a:rPr>
              <a:t>call_password </a:t>
            </a:r>
            <a:r>
              <a:rPr lang="en-US" sz="1800">
                <a:solidFill>
                  <a:prstClr val="black"/>
                </a:solidFill>
              </a:rPr>
              <a:t>calls </a:t>
            </a:r>
            <a:r>
              <a:rPr lang="en-US" sz="1800">
                <a:solidFill>
                  <a:prstClr val="black"/>
                </a:solidFill>
                <a:latin typeface="Consolas" panose="020B0609020204030204" pitchFamily="49" charset="0"/>
              </a:rPr>
              <a:t>ex12_password.py</a:t>
            </a:r>
          </a:p>
          <a:p>
            <a:endParaRPr lang="en-US">
              <a:solidFill>
                <a:prstClr val="black"/>
              </a:solidFill>
            </a:endParaRPr>
          </a:p>
          <a:p>
            <a:r>
              <a:rPr lang="en-US">
                <a:solidFill>
                  <a:prstClr val="black"/>
                </a:solidFill>
                <a:latin typeface="Consolas" panose="020B0609020204030204" pitchFamily="49" charset="0"/>
              </a:rPr>
              <a:t>ex12_password.py </a:t>
            </a:r>
            <a:r>
              <a:rPr lang="en-US">
                <a:solidFill>
                  <a:prstClr val="black"/>
                </a:solidFill>
              </a:rPr>
              <a:t>passes the input it received back to </a:t>
            </a:r>
            <a:r>
              <a:rPr lang="en-US">
                <a:solidFill>
                  <a:prstClr val="black"/>
                </a:solidFill>
                <a:latin typeface="Consolas" panose="020B0609020204030204" pitchFamily="49" charset="0"/>
              </a:rPr>
              <a:t>call_passwor</a:t>
            </a:r>
            <a:r>
              <a:rPr lang="en-US">
                <a:solidFill>
                  <a:prstClr val="black"/>
                </a:solidFill>
              </a:rPr>
              <a:t>d</a:t>
            </a:r>
          </a:p>
          <a:p>
            <a:endParaRPr lang="en-US" sz="1800">
              <a:solidFill>
                <a:prstClr val="black"/>
              </a:solidFill>
            </a:endParaRPr>
          </a:p>
          <a:p>
            <a:r>
              <a:rPr lang="en-US">
                <a:solidFill>
                  <a:prstClr val="black"/>
                </a:solidFill>
              </a:rPr>
              <a:t>Let’s see...</a:t>
            </a:r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79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2091</Words>
  <Application>Microsoft Office PowerPoint</Application>
  <PresentationFormat>Widescreen</PresentationFormat>
  <Paragraphs>257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-apple-system</vt:lpstr>
      <vt:lpstr>Aptos</vt:lpstr>
      <vt:lpstr>Aptos Display</vt:lpstr>
      <vt:lpstr>Arial</vt:lpstr>
      <vt:lpstr>Calibri</vt:lpstr>
      <vt:lpstr>Consolas</vt:lpstr>
      <vt:lpstr>Courier New</vt:lpstr>
      <vt:lpstr>Office Theme</vt:lpstr>
      <vt:lpstr>PowerPoint Presentation</vt:lpstr>
      <vt:lpstr>More background info about textual</vt:lpstr>
      <vt:lpstr>Basic Formatting of Text Widgets</vt:lpstr>
      <vt:lpstr>the rich        library</vt:lpstr>
      <vt:lpstr>For increased format control use:  textual .styles property of widgets</vt:lpstr>
      <vt:lpstr>Textual Screens</vt:lpstr>
      <vt:lpstr>the on_mount method</vt:lpstr>
      <vt:lpstr>textual themes</vt:lpstr>
      <vt:lpstr>Styling with TCSS in textual</vt:lpstr>
      <vt:lpstr>TCSS (continued)</vt:lpstr>
      <vt:lpstr>TCSS Example</vt:lpstr>
      <vt:lpstr>Using  textual dev mode</vt:lpstr>
      <vt:lpstr>Layout using Containers</vt:lpstr>
      <vt:lpstr>Events and Actions</vt:lpstr>
      <vt:lpstr>Another simple event example</vt:lpstr>
      <vt:lpstr>And another simple event example</vt:lpstr>
      <vt:lpstr>Powerful: passing TUI input to a calling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2026-03-18T17:00:13Z</dcterms:created>
  <dcterms:modified xsi:type="dcterms:W3CDTF">2026-03-25T17:31:20Z</dcterms:modified>
</cp:coreProperties>
</file>