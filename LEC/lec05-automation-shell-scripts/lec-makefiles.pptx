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58" r:id="rId6"/>
    <p:sldId id="259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D5834-AA02-48CA-9DD7-1EBD2C67F6F7}" v="78" dt="2026-02-17T20:00:33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modSld sldOrd">
      <pc:chgData name="Frommer, Ian Dr. (EDU)" userId="28ca3ff0-544f-450a-928b-99e19cf49b89" providerId="ADAL" clId="{FDDA6EB0-4FD6-4516-ACA5-A4CAC6441DA7}" dt="2026-02-17T20:02:01.176" v="2218" actId="20577"/>
      <pc:docMkLst>
        <pc:docMk/>
      </pc:docMkLst>
      <pc:sldChg chg="delSp modSp new mod">
        <pc:chgData name="Frommer, Ian Dr. (EDU)" userId="28ca3ff0-544f-450a-928b-99e19cf49b89" providerId="ADAL" clId="{FDDA6EB0-4FD6-4516-ACA5-A4CAC6441DA7}" dt="2026-02-17T15:06:54.447" v="447" actId="478"/>
        <pc:sldMkLst>
          <pc:docMk/>
          <pc:sldMk cId="1233476210" sldId="256"/>
        </pc:sldMkLst>
        <pc:spChg chg="mod">
          <ac:chgData name="Frommer, Ian Dr. (EDU)" userId="28ca3ff0-544f-450a-928b-99e19cf49b89" providerId="ADAL" clId="{FDDA6EB0-4FD6-4516-ACA5-A4CAC6441DA7}" dt="2026-02-17T14:56:46.048" v="14" actId="313"/>
          <ac:spMkLst>
            <pc:docMk/>
            <pc:sldMk cId="1233476210" sldId="256"/>
            <ac:spMk id="2" creationId="{B38F818C-90EA-D714-03F7-49B4EEBC953B}"/>
          </ac:spMkLst>
        </pc:spChg>
        <pc:spChg chg="del">
          <ac:chgData name="Frommer, Ian Dr. (EDU)" userId="28ca3ff0-544f-450a-928b-99e19cf49b89" providerId="ADAL" clId="{FDDA6EB0-4FD6-4516-ACA5-A4CAC6441DA7}" dt="2026-02-17T15:06:54.447" v="447" actId="478"/>
          <ac:spMkLst>
            <pc:docMk/>
            <pc:sldMk cId="1233476210" sldId="256"/>
            <ac:spMk id="3" creationId="{660A36AA-063A-F004-2817-06D6845C2BBF}"/>
          </ac:spMkLst>
        </pc:spChg>
      </pc:sldChg>
      <pc:sldChg chg="addSp modSp new mod modNotesTx">
        <pc:chgData name="Frommer, Ian Dr. (EDU)" userId="28ca3ff0-544f-450a-928b-99e19cf49b89" providerId="ADAL" clId="{FDDA6EB0-4FD6-4516-ACA5-A4CAC6441DA7}" dt="2026-02-17T15:27:48.352" v="930" actId="1076"/>
        <pc:sldMkLst>
          <pc:docMk/>
          <pc:sldMk cId="2907343747" sldId="257"/>
        </pc:sldMkLst>
        <pc:spChg chg="mod">
          <ac:chgData name="Frommer, Ian Dr. (EDU)" userId="28ca3ff0-544f-450a-928b-99e19cf49b89" providerId="ADAL" clId="{FDDA6EB0-4FD6-4516-ACA5-A4CAC6441DA7}" dt="2026-02-17T14:57:02.910" v="35" actId="2711"/>
          <ac:spMkLst>
            <pc:docMk/>
            <pc:sldMk cId="2907343747" sldId="257"/>
            <ac:spMk id="2" creationId="{F240B0EA-2504-0AD0-EF58-629D05BFB5B8}"/>
          </ac:spMkLst>
        </pc:spChg>
        <pc:spChg chg="mod">
          <ac:chgData name="Frommer, Ian Dr. (EDU)" userId="28ca3ff0-544f-450a-928b-99e19cf49b89" providerId="ADAL" clId="{FDDA6EB0-4FD6-4516-ACA5-A4CAC6441DA7}" dt="2026-02-17T15:27:37.933" v="927" actId="20577"/>
          <ac:spMkLst>
            <pc:docMk/>
            <pc:sldMk cId="2907343747" sldId="257"/>
            <ac:spMk id="3" creationId="{25226390-BF67-C087-CDDD-4084F7B56F0C}"/>
          </ac:spMkLst>
        </pc:spChg>
        <pc:spChg chg="add mod">
          <ac:chgData name="Frommer, Ian Dr. (EDU)" userId="28ca3ff0-544f-450a-928b-99e19cf49b89" providerId="ADAL" clId="{FDDA6EB0-4FD6-4516-ACA5-A4CAC6441DA7}" dt="2026-02-17T15:07:49.869" v="452" actId="13822"/>
          <ac:spMkLst>
            <pc:docMk/>
            <pc:sldMk cId="2907343747" sldId="257"/>
            <ac:spMk id="5" creationId="{6713F652-BFB1-BBF5-690C-5F4E61619EE3}"/>
          </ac:spMkLst>
        </pc:spChg>
        <pc:picChg chg="add mod">
          <ac:chgData name="Frommer, Ian Dr. (EDU)" userId="28ca3ff0-544f-450a-928b-99e19cf49b89" providerId="ADAL" clId="{FDDA6EB0-4FD6-4516-ACA5-A4CAC6441DA7}" dt="2026-02-17T15:27:48.352" v="930" actId="1076"/>
          <ac:picMkLst>
            <pc:docMk/>
            <pc:sldMk cId="2907343747" sldId="257"/>
            <ac:picMk id="7" creationId="{D918DC40-ED1C-E9FC-AF43-0DC069BB92CF}"/>
          </ac:picMkLst>
        </pc:picChg>
      </pc:sldChg>
      <pc:sldChg chg="modSp new mod ord">
        <pc:chgData name="Frommer, Ian Dr. (EDU)" userId="28ca3ff0-544f-450a-928b-99e19cf49b89" providerId="ADAL" clId="{FDDA6EB0-4FD6-4516-ACA5-A4CAC6441DA7}" dt="2026-02-17T20:02:01.176" v="2218" actId="20577"/>
        <pc:sldMkLst>
          <pc:docMk/>
          <pc:sldMk cId="1320319921" sldId="258"/>
        </pc:sldMkLst>
        <pc:spChg chg="mod">
          <ac:chgData name="Frommer, Ian Dr. (EDU)" userId="28ca3ff0-544f-450a-928b-99e19cf49b89" providerId="ADAL" clId="{FDDA6EB0-4FD6-4516-ACA5-A4CAC6441DA7}" dt="2026-02-17T15:37:32.605" v="1271" actId="20577"/>
          <ac:spMkLst>
            <pc:docMk/>
            <pc:sldMk cId="1320319921" sldId="258"/>
            <ac:spMk id="2" creationId="{0531A77F-E574-2B30-8AC6-AF2A6060D943}"/>
          </ac:spMkLst>
        </pc:spChg>
        <pc:spChg chg="mod">
          <ac:chgData name="Frommer, Ian Dr. (EDU)" userId="28ca3ff0-544f-450a-928b-99e19cf49b89" providerId="ADAL" clId="{FDDA6EB0-4FD6-4516-ACA5-A4CAC6441DA7}" dt="2026-02-17T20:02:01.176" v="2218" actId="20577"/>
          <ac:spMkLst>
            <pc:docMk/>
            <pc:sldMk cId="1320319921" sldId="258"/>
            <ac:spMk id="3" creationId="{260DF26D-EDF1-8457-B1B4-8E793752FB87}"/>
          </ac:spMkLst>
        </pc:spChg>
      </pc:sldChg>
      <pc:sldChg chg="addSp delSp modSp new mod addAnim delAnim modAnim">
        <pc:chgData name="Frommer, Ian Dr. (EDU)" userId="28ca3ff0-544f-450a-928b-99e19cf49b89" providerId="ADAL" clId="{FDDA6EB0-4FD6-4516-ACA5-A4CAC6441DA7}" dt="2026-02-17T15:26:40.852" v="865"/>
        <pc:sldMkLst>
          <pc:docMk/>
          <pc:sldMk cId="138046653" sldId="259"/>
        </pc:sldMkLst>
        <pc:spChg chg="mod">
          <ac:chgData name="Frommer, Ian Dr. (EDU)" userId="28ca3ff0-544f-450a-928b-99e19cf49b89" providerId="ADAL" clId="{FDDA6EB0-4FD6-4516-ACA5-A4CAC6441DA7}" dt="2026-02-17T15:24:15.612" v="775" actId="1036"/>
          <ac:spMkLst>
            <pc:docMk/>
            <pc:sldMk cId="138046653" sldId="259"/>
            <ac:spMk id="2" creationId="{5F12969D-8763-BE78-980C-5BBB49FC50C4}"/>
          </ac:spMkLst>
        </pc:spChg>
        <pc:spChg chg="mod">
          <ac:chgData name="Frommer, Ian Dr. (EDU)" userId="28ca3ff0-544f-450a-928b-99e19cf49b89" providerId="ADAL" clId="{FDDA6EB0-4FD6-4516-ACA5-A4CAC6441DA7}" dt="2026-02-17T15:24:09.083" v="757" actId="1035"/>
          <ac:spMkLst>
            <pc:docMk/>
            <pc:sldMk cId="138046653" sldId="259"/>
            <ac:spMk id="3" creationId="{C7A95F99-22D2-1271-12E8-9CAEE9D98048}"/>
          </ac:spMkLst>
        </pc:spChg>
        <pc:spChg chg="add del mod">
          <ac:chgData name="Frommer, Ian Dr. (EDU)" userId="28ca3ff0-544f-450a-928b-99e19cf49b89" providerId="ADAL" clId="{FDDA6EB0-4FD6-4516-ACA5-A4CAC6441DA7}" dt="2026-02-17T15:21:58.667" v="638"/>
          <ac:spMkLst>
            <pc:docMk/>
            <pc:sldMk cId="138046653" sldId="259"/>
            <ac:spMk id="5" creationId="{82CE03AE-6CD9-AAD5-2B08-C48E01344A5B}"/>
          </ac:spMkLst>
        </pc:spChg>
        <pc:spChg chg="add del">
          <ac:chgData name="Frommer, Ian Dr. (EDU)" userId="28ca3ff0-544f-450a-928b-99e19cf49b89" providerId="ADAL" clId="{FDDA6EB0-4FD6-4516-ACA5-A4CAC6441DA7}" dt="2026-02-17T15:21:58.660" v="636" actId="478"/>
          <ac:spMkLst>
            <pc:docMk/>
            <pc:sldMk cId="138046653" sldId="259"/>
            <ac:spMk id="7" creationId="{B982C943-9198-02A7-6B86-5C4D3E50DDDA}"/>
          </ac:spMkLst>
        </pc:spChg>
        <pc:spChg chg="add mod">
          <ac:chgData name="Frommer, Ian Dr. (EDU)" userId="28ca3ff0-544f-450a-928b-99e19cf49b89" providerId="ADAL" clId="{FDDA6EB0-4FD6-4516-ACA5-A4CAC6441DA7}" dt="2026-02-17T15:26:18.196" v="861" actId="1076"/>
          <ac:spMkLst>
            <pc:docMk/>
            <pc:sldMk cId="138046653" sldId="259"/>
            <ac:spMk id="10" creationId="{D57FCCE4-AFD1-1611-8A1A-522EB2FA36B7}"/>
          </ac:spMkLst>
        </pc:spChg>
        <pc:graphicFrameChg chg="add mod modGraphic">
          <ac:chgData name="Frommer, Ian Dr. (EDU)" userId="28ca3ff0-544f-450a-928b-99e19cf49b89" providerId="ADAL" clId="{FDDA6EB0-4FD6-4516-ACA5-A4CAC6441DA7}" dt="2026-02-17T15:22:32.951" v="650" actId="14100"/>
          <ac:graphicFrameMkLst>
            <pc:docMk/>
            <pc:sldMk cId="138046653" sldId="259"/>
            <ac:graphicFrameMk id="4" creationId="{A4F6028C-D98E-BCF5-8E03-B18A5C3B8522}"/>
          </ac:graphicFrameMkLst>
        </pc:graphicFrameChg>
        <pc:graphicFrameChg chg="add mod modGraphic">
          <ac:chgData name="Frommer, Ian Dr. (EDU)" userId="28ca3ff0-544f-450a-928b-99e19cf49b89" providerId="ADAL" clId="{FDDA6EB0-4FD6-4516-ACA5-A4CAC6441DA7}" dt="2026-02-17T15:23:05.261" v="655" actId="1076"/>
          <ac:graphicFrameMkLst>
            <pc:docMk/>
            <pc:sldMk cId="138046653" sldId="259"/>
            <ac:graphicFrameMk id="8" creationId="{1FAB3CEE-A975-72C3-6B04-A1DF64ACBC5E}"/>
          </ac:graphicFrameMkLst>
        </pc:graphicFrameChg>
        <pc:graphicFrameChg chg="add mod modGraphic">
          <ac:chgData name="Frommer, Ian Dr. (EDU)" userId="28ca3ff0-544f-450a-928b-99e19cf49b89" providerId="ADAL" clId="{FDDA6EB0-4FD6-4516-ACA5-A4CAC6441DA7}" dt="2026-02-17T15:24:00.721" v="747" actId="14100"/>
          <ac:graphicFrameMkLst>
            <pc:docMk/>
            <pc:sldMk cId="138046653" sldId="259"/>
            <ac:graphicFrameMk id="9" creationId="{1D01F1D9-0EEE-9912-92DA-71DC1CF3B8FF}"/>
          </ac:graphicFrameMkLst>
        </pc:graphicFrameChg>
      </pc:sldChg>
      <pc:sldChg chg="addSp modSp new mod modAnim">
        <pc:chgData name="Frommer, Ian Dr. (EDU)" userId="28ca3ff0-544f-450a-928b-99e19cf49b89" providerId="ADAL" clId="{FDDA6EB0-4FD6-4516-ACA5-A4CAC6441DA7}" dt="2026-02-17T15:11:01.921" v="479"/>
        <pc:sldMkLst>
          <pc:docMk/>
          <pc:sldMk cId="1356385151" sldId="260"/>
        </pc:sldMkLst>
        <pc:spChg chg="mod">
          <ac:chgData name="Frommer, Ian Dr. (EDU)" userId="28ca3ff0-544f-450a-928b-99e19cf49b89" providerId="ADAL" clId="{FDDA6EB0-4FD6-4516-ACA5-A4CAC6441DA7}" dt="2026-02-17T15:04:32.958" v="257" actId="20577"/>
          <ac:spMkLst>
            <pc:docMk/>
            <pc:sldMk cId="1356385151" sldId="260"/>
            <ac:spMk id="2" creationId="{F258D38C-EE45-F2E1-1FD2-420D76807958}"/>
          </ac:spMkLst>
        </pc:spChg>
        <pc:spChg chg="mod">
          <ac:chgData name="Frommer, Ian Dr. (EDU)" userId="28ca3ff0-544f-450a-928b-99e19cf49b89" providerId="ADAL" clId="{FDDA6EB0-4FD6-4516-ACA5-A4CAC6441DA7}" dt="2026-02-17T15:06:38.909" v="442" actId="21"/>
          <ac:spMkLst>
            <pc:docMk/>
            <pc:sldMk cId="1356385151" sldId="260"/>
            <ac:spMk id="3" creationId="{F1C4AE81-90D6-00BC-4DB9-9AA8FCF5A673}"/>
          </ac:spMkLst>
        </pc:spChg>
        <pc:spChg chg="add mod ord">
          <ac:chgData name="Frommer, Ian Dr. (EDU)" userId="28ca3ff0-544f-450a-928b-99e19cf49b89" providerId="ADAL" clId="{FDDA6EB0-4FD6-4516-ACA5-A4CAC6441DA7}" dt="2026-02-17T15:10:32.457" v="471"/>
          <ac:spMkLst>
            <pc:docMk/>
            <pc:sldMk cId="1356385151" sldId="260"/>
            <ac:spMk id="4" creationId="{B37374D5-6B75-7B21-ECEC-1CAEA6DC4C30}"/>
          </ac:spMkLst>
        </pc:spChg>
        <pc:spChg chg="add mod">
          <ac:chgData name="Frommer, Ian Dr. (EDU)" userId="28ca3ff0-544f-450a-928b-99e19cf49b89" providerId="ADAL" clId="{FDDA6EB0-4FD6-4516-ACA5-A4CAC6441DA7}" dt="2026-02-17T15:10:47.479" v="476" actId="1076"/>
          <ac:spMkLst>
            <pc:docMk/>
            <pc:sldMk cId="1356385151" sldId="260"/>
            <ac:spMk id="7" creationId="{6AA31993-0B9E-785F-7EA8-2BA12A1BEB7A}"/>
          </ac:spMkLst>
        </pc:spChg>
        <pc:picChg chg="add mod">
          <ac:chgData name="Frommer, Ian Dr. (EDU)" userId="28ca3ff0-544f-450a-928b-99e19cf49b89" providerId="ADAL" clId="{FDDA6EB0-4FD6-4516-ACA5-A4CAC6441DA7}" dt="2026-02-17T15:10:02.462" v="465" actId="1076"/>
          <ac:picMkLst>
            <pc:docMk/>
            <pc:sldMk cId="1356385151" sldId="260"/>
            <ac:picMk id="5" creationId="{3D671F1D-E04F-806F-2ABF-795F838C373F}"/>
          </ac:picMkLst>
        </pc:picChg>
      </pc:sldChg>
      <pc:sldChg chg="addSp delSp modSp new mod">
        <pc:chgData name="Frommer, Ian Dr. (EDU)" userId="28ca3ff0-544f-450a-928b-99e19cf49b89" providerId="ADAL" clId="{FDDA6EB0-4FD6-4516-ACA5-A4CAC6441DA7}" dt="2026-02-17T15:37:02.715" v="1256" actId="2062"/>
        <pc:sldMkLst>
          <pc:docMk/>
          <pc:sldMk cId="2428599253" sldId="261"/>
        </pc:sldMkLst>
        <pc:spChg chg="mod">
          <ac:chgData name="Frommer, Ian Dr. (EDU)" userId="28ca3ff0-544f-450a-928b-99e19cf49b89" providerId="ADAL" clId="{FDDA6EB0-4FD6-4516-ACA5-A4CAC6441DA7}" dt="2026-02-17T15:29:14.133" v="958" actId="20577"/>
          <ac:spMkLst>
            <pc:docMk/>
            <pc:sldMk cId="2428599253" sldId="261"/>
            <ac:spMk id="2" creationId="{91F33A8D-EE6E-8795-82C8-33310FE040EB}"/>
          </ac:spMkLst>
        </pc:spChg>
        <pc:spChg chg="del mod">
          <ac:chgData name="Frommer, Ian Dr. (EDU)" userId="28ca3ff0-544f-450a-928b-99e19cf49b89" providerId="ADAL" clId="{FDDA6EB0-4FD6-4516-ACA5-A4CAC6441DA7}" dt="2026-02-17T15:28:48.753" v="941"/>
          <ac:spMkLst>
            <pc:docMk/>
            <pc:sldMk cId="2428599253" sldId="261"/>
            <ac:spMk id="3" creationId="{37C2800C-1062-72BF-0E66-F31106AE2B75}"/>
          </ac:spMkLst>
        </pc:spChg>
        <pc:spChg chg="add del mod">
          <ac:chgData name="Frommer, Ian Dr. (EDU)" userId="28ca3ff0-544f-450a-928b-99e19cf49b89" providerId="ADAL" clId="{FDDA6EB0-4FD6-4516-ACA5-A4CAC6441DA7}" dt="2026-02-17T15:32:42.356" v="1136"/>
          <ac:spMkLst>
            <pc:docMk/>
            <pc:sldMk cId="2428599253" sldId="261"/>
            <ac:spMk id="5" creationId="{A1F5022D-6380-7A72-AE27-2DC3C6D497BF}"/>
          </ac:spMkLst>
        </pc:spChg>
        <pc:graphicFrameChg chg="add mod modGraphic">
          <ac:chgData name="Frommer, Ian Dr. (EDU)" userId="28ca3ff0-544f-450a-928b-99e19cf49b89" providerId="ADAL" clId="{FDDA6EB0-4FD6-4516-ACA5-A4CAC6441DA7}" dt="2026-02-17T15:37:02.715" v="1256" actId="2062"/>
          <ac:graphicFrameMkLst>
            <pc:docMk/>
            <pc:sldMk cId="2428599253" sldId="261"/>
            <ac:graphicFrameMk id="4" creationId="{37B7C6D0-970C-EAE2-913B-588E9B29FD01}"/>
          </ac:graphicFrameMkLst>
        </pc:graphicFrameChg>
        <pc:picChg chg="add mod">
          <ac:chgData name="Frommer, Ian Dr. (EDU)" userId="28ca3ff0-544f-450a-928b-99e19cf49b89" providerId="ADAL" clId="{FDDA6EB0-4FD6-4516-ACA5-A4CAC6441DA7}" dt="2026-02-17T15:28:54.141" v="942" actId="14100"/>
          <ac:picMkLst>
            <pc:docMk/>
            <pc:sldMk cId="2428599253" sldId="261"/>
            <ac:picMk id="1026" creationId="{E90E69E3-ADC2-2763-6889-EFD48741646D}"/>
          </ac:picMkLst>
        </pc:picChg>
      </pc:sldChg>
      <pc:sldChg chg="addSp delSp modSp new mod ord modAnim">
        <pc:chgData name="Frommer, Ian Dr. (EDU)" userId="28ca3ff0-544f-450a-928b-99e19cf49b89" providerId="ADAL" clId="{FDDA6EB0-4FD6-4516-ACA5-A4CAC6441DA7}" dt="2026-02-17T20:00:53.906" v="2213" actId="1076"/>
        <pc:sldMkLst>
          <pc:docMk/>
          <pc:sldMk cId="3839308674" sldId="262"/>
        </pc:sldMkLst>
        <pc:spChg chg="mod">
          <ac:chgData name="Frommer, Ian Dr. (EDU)" userId="28ca3ff0-544f-450a-928b-99e19cf49b89" providerId="ADAL" clId="{FDDA6EB0-4FD6-4516-ACA5-A4CAC6441DA7}" dt="2026-02-17T15:39:46.285" v="1330" actId="20577"/>
          <ac:spMkLst>
            <pc:docMk/>
            <pc:sldMk cId="3839308674" sldId="262"/>
            <ac:spMk id="2" creationId="{E05151FF-35D0-11CD-B96F-4AF0EE6DE1D2}"/>
          </ac:spMkLst>
        </pc:spChg>
        <pc:spChg chg="mod">
          <ac:chgData name="Frommer, Ian Dr. (EDU)" userId="28ca3ff0-544f-450a-928b-99e19cf49b89" providerId="ADAL" clId="{FDDA6EB0-4FD6-4516-ACA5-A4CAC6441DA7}" dt="2026-02-17T20:00:47.719" v="2212" actId="15"/>
          <ac:spMkLst>
            <pc:docMk/>
            <pc:sldMk cId="3839308674" sldId="262"/>
            <ac:spMk id="3" creationId="{DF485E09-9B0D-BA4F-C4AB-77B397A34530}"/>
          </ac:spMkLst>
        </pc:spChg>
        <pc:spChg chg="add del mod">
          <ac:chgData name="Frommer, Ian Dr. (EDU)" userId="28ca3ff0-544f-450a-928b-99e19cf49b89" providerId="ADAL" clId="{FDDA6EB0-4FD6-4516-ACA5-A4CAC6441DA7}" dt="2026-02-17T19:59:44.033" v="2151" actId="22"/>
          <ac:spMkLst>
            <pc:docMk/>
            <pc:sldMk cId="3839308674" sldId="262"/>
            <ac:spMk id="5" creationId="{EB179919-00B5-0C36-0739-0B2B7DC046B3}"/>
          </ac:spMkLst>
        </pc:spChg>
        <pc:spChg chg="add mod">
          <ac:chgData name="Frommer, Ian Dr. (EDU)" userId="28ca3ff0-544f-450a-928b-99e19cf49b89" providerId="ADAL" clId="{FDDA6EB0-4FD6-4516-ACA5-A4CAC6441DA7}" dt="2026-02-17T20:00:53.906" v="2213" actId="1076"/>
          <ac:spMkLst>
            <pc:docMk/>
            <pc:sldMk cId="3839308674" sldId="262"/>
            <ac:spMk id="6" creationId="{D18A98CC-D0F4-C701-3849-2B910284FB08}"/>
          </ac:spMkLst>
        </pc:spChg>
      </pc:sldChg>
      <pc:sldChg chg="addSp modSp new mod ord modAnim">
        <pc:chgData name="Frommer, Ian Dr. (EDU)" userId="28ca3ff0-544f-450a-928b-99e19cf49b89" providerId="ADAL" clId="{FDDA6EB0-4FD6-4516-ACA5-A4CAC6441DA7}" dt="2026-02-17T16:19:23.829" v="2018"/>
        <pc:sldMkLst>
          <pc:docMk/>
          <pc:sldMk cId="2564180980" sldId="263"/>
        </pc:sldMkLst>
        <pc:spChg chg="mod">
          <ac:chgData name="Frommer, Ian Dr. (EDU)" userId="28ca3ff0-544f-450a-928b-99e19cf49b89" providerId="ADAL" clId="{FDDA6EB0-4FD6-4516-ACA5-A4CAC6441DA7}" dt="2026-02-17T15:44:00.887" v="1460" actId="1035"/>
          <ac:spMkLst>
            <pc:docMk/>
            <pc:sldMk cId="2564180980" sldId="263"/>
            <ac:spMk id="2" creationId="{CE378771-55DC-3DFC-3E52-CB3377C3184F}"/>
          </ac:spMkLst>
        </pc:spChg>
        <pc:spChg chg="mod">
          <ac:chgData name="Frommer, Ian Dr. (EDU)" userId="28ca3ff0-544f-450a-928b-99e19cf49b89" providerId="ADAL" clId="{FDDA6EB0-4FD6-4516-ACA5-A4CAC6441DA7}" dt="2026-02-17T16:10:42.720" v="1677" actId="1076"/>
          <ac:spMkLst>
            <pc:docMk/>
            <pc:sldMk cId="2564180980" sldId="263"/>
            <ac:spMk id="3" creationId="{727FF761-AB91-44D2-5BD5-C26EA47F6038}"/>
          </ac:spMkLst>
        </pc:spChg>
        <pc:spChg chg="add mod">
          <ac:chgData name="Frommer, Ian Dr. (EDU)" userId="28ca3ff0-544f-450a-928b-99e19cf49b89" providerId="ADAL" clId="{FDDA6EB0-4FD6-4516-ACA5-A4CAC6441DA7}" dt="2026-02-17T16:13:31.514" v="1791" actId="14100"/>
          <ac:spMkLst>
            <pc:docMk/>
            <pc:sldMk cId="2564180980" sldId="263"/>
            <ac:spMk id="5" creationId="{5C078846-D1AE-26E5-BFD9-9134C5A3C4FE}"/>
          </ac:spMkLst>
        </pc:spChg>
        <pc:spChg chg="add mod">
          <ac:chgData name="Frommer, Ian Dr. (EDU)" userId="28ca3ff0-544f-450a-928b-99e19cf49b89" providerId="ADAL" clId="{FDDA6EB0-4FD6-4516-ACA5-A4CAC6441DA7}" dt="2026-02-17T16:09:11.967" v="1676" actId="1076"/>
          <ac:spMkLst>
            <pc:docMk/>
            <pc:sldMk cId="2564180980" sldId="263"/>
            <ac:spMk id="7" creationId="{3C348F05-5114-8841-0B7B-4114060512D2}"/>
          </ac:spMkLst>
        </pc:spChg>
        <pc:spChg chg="add mod">
          <ac:chgData name="Frommer, Ian Dr. (EDU)" userId="28ca3ff0-544f-450a-928b-99e19cf49b89" providerId="ADAL" clId="{FDDA6EB0-4FD6-4516-ACA5-A4CAC6441DA7}" dt="2026-02-17T15:44:28.456" v="1493" actId="13822"/>
          <ac:spMkLst>
            <pc:docMk/>
            <pc:sldMk cId="2564180980" sldId="263"/>
            <ac:spMk id="9" creationId="{E6DC8A43-7D79-1454-C4F5-63EC104768EC}"/>
          </ac:spMkLst>
        </pc:spChg>
        <pc:spChg chg="add mod">
          <ac:chgData name="Frommer, Ian Dr. (EDU)" userId="28ca3ff0-544f-450a-928b-99e19cf49b89" providerId="ADAL" clId="{FDDA6EB0-4FD6-4516-ACA5-A4CAC6441DA7}" dt="2026-02-17T16:10:47.970" v="1678" actId="404"/>
          <ac:spMkLst>
            <pc:docMk/>
            <pc:sldMk cId="2564180980" sldId="263"/>
            <ac:spMk id="11" creationId="{169CE118-0FFA-B229-44B3-4A3DA891325C}"/>
          </ac:spMkLst>
        </pc:spChg>
        <pc:spChg chg="add mod">
          <ac:chgData name="Frommer, Ian Dr. (EDU)" userId="28ca3ff0-544f-450a-928b-99e19cf49b89" providerId="ADAL" clId="{FDDA6EB0-4FD6-4516-ACA5-A4CAC6441DA7}" dt="2026-02-17T16:11:27.514" v="1780" actId="1037"/>
          <ac:spMkLst>
            <pc:docMk/>
            <pc:sldMk cId="2564180980" sldId="263"/>
            <ac:spMk id="12" creationId="{68E0210D-7CB5-C70D-A88D-34F38B64AA32}"/>
          </ac:spMkLst>
        </pc:spChg>
      </pc:sldChg>
      <pc:sldChg chg="addSp delSp modSp new mod ord modAnim">
        <pc:chgData name="Frommer, Ian Dr. (EDU)" userId="28ca3ff0-544f-450a-928b-99e19cf49b89" providerId="ADAL" clId="{FDDA6EB0-4FD6-4516-ACA5-A4CAC6441DA7}" dt="2026-02-17T16:19:30.426" v="2020"/>
        <pc:sldMkLst>
          <pc:docMk/>
          <pc:sldMk cId="984141727" sldId="264"/>
        </pc:sldMkLst>
        <pc:spChg chg="del">
          <ac:chgData name="Frommer, Ian Dr. (EDU)" userId="28ca3ff0-544f-450a-928b-99e19cf49b89" providerId="ADAL" clId="{FDDA6EB0-4FD6-4516-ACA5-A4CAC6441DA7}" dt="2026-02-17T16:14:06.186" v="1795" actId="478"/>
          <ac:spMkLst>
            <pc:docMk/>
            <pc:sldMk cId="984141727" sldId="264"/>
            <ac:spMk id="2" creationId="{05978D8E-DD33-98A6-83E2-BA144241C05A}"/>
          </ac:spMkLst>
        </pc:spChg>
        <pc:spChg chg="del">
          <ac:chgData name="Frommer, Ian Dr. (EDU)" userId="28ca3ff0-544f-450a-928b-99e19cf49b89" providerId="ADAL" clId="{FDDA6EB0-4FD6-4516-ACA5-A4CAC6441DA7}" dt="2026-02-17T16:14:06.186" v="1795" actId="478"/>
          <ac:spMkLst>
            <pc:docMk/>
            <pc:sldMk cId="984141727" sldId="264"/>
            <ac:spMk id="3" creationId="{041C8C18-6E5F-19EB-9AE3-99EFBB684EF8}"/>
          </ac:spMkLst>
        </pc:spChg>
        <pc:spChg chg="add mod">
          <ac:chgData name="Frommer, Ian Dr. (EDU)" userId="28ca3ff0-544f-450a-928b-99e19cf49b89" providerId="ADAL" clId="{FDDA6EB0-4FD6-4516-ACA5-A4CAC6441DA7}" dt="2026-02-17T16:14:04.663" v="1794"/>
          <ac:spMkLst>
            <pc:docMk/>
            <pc:sldMk cId="984141727" sldId="264"/>
            <ac:spMk id="4" creationId="{CBD06ECB-1328-82BD-3CF4-EA5DFB4D5B1A}"/>
          </ac:spMkLst>
        </pc:spChg>
        <pc:spChg chg="add mod">
          <ac:chgData name="Frommer, Ian Dr. (EDU)" userId="28ca3ff0-544f-450a-928b-99e19cf49b89" providerId="ADAL" clId="{FDDA6EB0-4FD6-4516-ACA5-A4CAC6441DA7}" dt="2026-02-17T16:14:03.134" v="1793"/>
          <ac:spMkLst>
            <pc:docMk/>
            <pc:sldMk cId="984141727" sldId="264"/>
            <ac:spMk id="5" creationId="{4429CB36-ACE1-8131-0BE7-94226B9B413C}"/>
          </ac:spMkLst>
        </pc:spChg>
        <pc:spChg chg="add mod">
          <ac:chgData name="Frommer, Ian Dr. (EDU)" userId="28ca3ff0-544f-450a-928b-99e19cf49b89" providerId="ADAL" clId="{FDDA6EB0-4FD6-4516-ACA5-A4CAC6441DA7}" dt="2026-02-17T16:14:07.036" v="1796"/>
          <ac:spMkLst>
            <pc:docMk/>
            <pc:sldMk cId="984141727" sldId="264"/>
            <ac:spMk id="6" creationId="{8A1EBD84-8691-E72D-DA51-14BD84CABFB9}"/>
          </ac:spMkLst>
        </pc:spChg>
        <pc:spChg chg="add mod">
          <ac:chgData name="Frommer, Ian Dr. (EDU)" userId="28ca3ff0-544f-450a-928b-99e19cf49b89" providerId="ADAL" clId="{FDDA6EB0-4FD6-4516-ACA5-A4CAC6441DA7}" dt="2026-02-17T16:14:14.294" v="1797" actId="1076"/>
          <ac:spMkLst>
            <pc:docMk/>
            <pc:sldMk cId="984141727" sldId="264"/>
            <ac:spMk id="7" creationId="{E38B6E58-BA9E-55D6-B4E9-DFB02F979503}"/>
          </ac:spMkLst>
        </pc:spChg>
        <pc:spChg chg="add mod">
          <ac:chgData name="Frommer, Ian Dr. (EDU)" userId="28ca3ff0-544f-450a-928b-99e19cf49b89" providerId="ADAL" clId="{FDDA6EB0-4FD6-4516-ACA5-A4CAC6441DA7}" dt="2026-02-17T16:15:43.138" v="1839" actId="1076"/>
          <ac:spMkLst>
            <pc:docMk/>
            <pc:sldMk cId="984141727" sldId="264"/>
            <ac:spMk id="16" creationId="{78B208B4-7E93-B4F6-D024-91DC691768BC}"/>
          </ac:spMkLst>
        </pc:spChg>
        <pc:spChg chg="add mod">
          <ac:chgData name="Frommer, Ian Dr. (EDU)" userId="28ca3ff0-544f-450a-928b-99e19cf49b89" providerId="ADAL" clId="{FDDA6EB0-4FD6-4516-ACA5-A4CAC6441DA7}" dt="2026-02-17T16:18:56.845" v="2016" actId="2711"/>
          <ac:spMkLst>
            <pc:docMk/>
            <pc:sldMk cId="984141727" sldId="264"/>
            <ac:spMk id="17" creationId="{002B7FB8-B7C8-5AAE-D03A-5D3B05A1B319}"/>
          </ac:spMkLst>
        </pc:spChg>
        <pc:spChg chg="add mod">
          <ac:chgData name="Frommer, Ian Dr. (EDU)" userId="28ca3ff0-544f-450a-928b-99e19cf49b89" providerId="ADAL" clId="{FDDA6EB0-4FD6-4516-ACA5-A4CAC6441DA7}" dt="2026-02-17T16:16:26.504" v="1959" actId="20577"/>
          <ac:spMkLst>
            <pc:docMk/>
            <pc:sldMk cId="984141727" sldId="264"/>
            <ac:spMk id="18" creationId="{BB3681F6-FA1C-88E0-554D-E06250B939CD}"/>
          </ac:spMkLst>
        </pc:spChg>
        <pc:cxnChg chg="add del">
          <ac:chgData name="Frommer, Ian Dr. (EDU)" userId="28ca3ff0-544f-450a-928b-99e19cf49b89" providerId="ADAL" clId="{FDDA6EB0-4FD6-4516-ACA5-A4CAC6441DA7}" dt="2026-02-17T16:14:46.138" v="1799" actId="11529"/>
          <ac:cxnSpMkLst>
            <pc:docMk/>
            <pc:sldMk cId="984141727" sldId="264"/>
            <ac:cxnSpMk id="9" creationId="{443CD23E-6A94-4780-0C01-96388F63A75C}"/>
          </ac:cxnSpMkLst>
        </pc:cxnChg>
        <pc:cxnChg chg="add mod">
          <ac:chgData name="Frommer, Ian Dr. (EDU)" userId="28ca3ff0-544f-450a-928b-99e19cf49b89" providerId="ADAL" clId="{FDDA6EB0-4FD6-4516-ACA5-A4CAC6441DA7}" dt="2026-02-17T16:15:09.664" v="1802" actId="1582"/>
          <ac:cxnSpMkLst>
            <pc:docMk/>
            <pc:sldMk cId="984141727" sldId="264"/>
            <ac:cxnSpMk id="11" creationId="{26C24400-A227-5F8D-3DDD-B2C1690DC99C}"/>
          </ac:cxnSpMkLst>
        </pc:cxnChg>
        <pc:cxnChg chg="add mod">
          <ac:chgData name="Frommer, Ian Dr. (EDU)" userId="28ca3ff0-544f-450a-928b-99e19cf49b89" providerId="ADAL" clId="{FDDA6EB0-4FD6-4516-ACA5-A4CAC6441DA7}" dt="2026-02-17T16:15:22.274" v="1806" actId="1076"/>
          <ac:cxnSpMkLst>
            <pc:docMk/>
            <pc:sldMk cId="984141727" sldId="264"/>
            <ac:cxnSpMk id="13" creationId="{4F2F45AC-7483-2EC9-ADE8-C40BA3DF42DF}"/>
          </ac:cxnSpMkLst>
        </pc:cxnChg>
        <pc:cxnChg chg="add mod">
          <ac:chgData name="Frommer, Ian Dr. (EDU)" userId="28ca3ff0-544f-450a-928b-99e19cf49b89" providerId="ADAL" clId="{FDDA6EB0-4FD6-4516-ACA5-A4CAC6441DA7}" dt="2026-02-17T16:15:28.684" v="1808" actId="1076"/>
          <ac:cxnSpMkLst>
            <pc:docMk/>
            <pc:sldMk cId="984141727" sldId="264"/>
            <ac:cxnSpMk id="15" creationId="{B1E40AD6-BD78-603A-2932-7E1D28689DD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8BED8-9D8E-4208-B8DF-44715739E5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853BF-B5E3-4507-A184-F4B73DFA4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3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src: https://www.youtube.com/watch?v=_r7i5X0rXJk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853BF-B5E3-4507-A184-F4B73DFA40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5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BA24-1D3B-1EAC-5A5D-F59D449BA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FC6DE-E459-5865-3C1B-2724D99D3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D9F1A-1B5F-1C60-CFE8-F0EC0EA9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3DBE0-3AF7-BE4E-A2AE-F89DC775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D1F6E-7E6A-16B7-50EB-B640C2A8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9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1961-56BD-6DF9-E6D3-94428FF8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6E92F-C4C4-A880-768E-C338387AF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8FA96-FCE3-3D32-5E52-1F6FF6F5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598C1-DC37-2658-17C0-47921955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1FEF-644D-ADA3-4DCE-9EE26CB7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9984-0A92-7920-115C-548AE372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4E0D-7EA3-5C16-BFEE-A8A2DF653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C01B-1BA2-6712-1BE7-D32754D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864C-32A2-A20C-86A8-EBE89F5C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C5E8-821A-6401-FB52-6DF434AF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9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378D-EBDB-6A61-A0A4-0C8507AD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A9D5-5B7A-B9C7-D2D7-9003F7A5D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8752B-8F7E-BB6D-E870-866454912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2D22B-6F76-33BD-EB0C-D016D19E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339B2-A5F6-1930-C2DF-B404B8AD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8AB9C-E298-E17D-2361-ABF4E0C3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2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BB43-253C-6F08-271C-2F3F16E2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1952-5E83-846F-2A4C-BBAC4CCD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C45FA-E5C7-A09D-E5B5-A079A01D1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61E30-94E0-D22F-A10C-CFD40C8F4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47107-5C70-EA54-D785-77BF82A0A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6FBE0-70F2-F309-D1E9-FBB1ECCB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80DD5-DAE8-EA55-B3DF-69C73385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D39A3-DC6A-15C5-CF0A-CE3E26FF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F43C-A1E2-4BC1-D751-8962F6A5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F8A99-4FCB-E0CE-9428-7D4DF951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01D59-079D-857D-4726-78A4B320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D2D4C-B916-A898-EAAF-53E509B9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B7EC5-B3B4-B116-5BAF-FDA166EB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C8FAA-E773-105C-33A5-86E49A76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62F8E-1E8B-FFC0-01FF-F7601029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1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0887-8747-722F-3754-8051FAD8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A012-0385-E9B6-8B04-F2C85123E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02D3D-0F63-D8EE-0AEC-6F65E366F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D7155-EED9-C262-D881-007B3671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6FB25-8D84-E27D-A7BD-5A93CD1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41BB5-B1B6-5A1F-D5F6-31EE2142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3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C7F3-76F0-853A-68FC-85CA867D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AF86C-5056-5BB2-5335-54B110FAD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77660-852A-28F7-72EB-F4BBAEE93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1EDD0-4255-4237-980F-55C6ED65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8AD0-B78F-5CE3-5813-D03B9E9B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56B0A-96AD-806D-5D78-C3890D9F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7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B95A-5CBA-F8A8-7E24-B6B8A9D3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C4FCD-D3DE-CC83-8DA7-DFD14CBCE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353DF-068B-F453-7726-2CB76EB1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F380-03E0-C680-8F67-E423D206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5AD45-C757-87CF-8BFC-64E472CA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CE040-4248-FE83-3D67-3F942836E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D822F-37D8-8912-7326-67125D1D2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5A7B3-46F2-3436-D0D1-D554DB10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DD0B6-6220-AB7E-AB7F-940DD5BC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2BD55-2049-BECD-2AEE-0D9DA9EA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8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29C92-4DD1-DCE6-2341-67E47E0D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A18EE-0012-AA2B-B340-7720382E2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F748-D2ED-87F8-FC38-A6D349634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51BE9-4774-4D5F-A64D-4CECE18C82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F580F-DB4E-BBD3-286A-B1CC7BBC5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09D44-2CC7-DF5D-3EFE-3C0596B15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BD839-F24B-4E3B-890C-7850976E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Ms1Z4xfqv4&amp;t=604s" TargetMode="External"/><Relationship Id="rId2" Type="http://schemas.openxmlformats.org/officeDocument/2006/relationships/hyperlink" Target="https://missing.csail.mit.edu/2020/metaprogramm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818C-90EA-D714-03F7-49B4EEBC9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Using “make”</a:t>
            </a:r>
          </a:p>
        </p:txBody>
      </p:sp>
    </p:spTree>
    <p:extLst>
      <p:ext uri="{BB962C8B-B14F-4D97-AF65-F5344CB8AC3E}">
        <p14:creationId xmlns:p14="http://schemas.microsoft.com/office/powerpoint/2010/main" val="123347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B0EA-2504-0AD0-EF58-629D05BF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26390-BF67-C087-CDDD-4084F7B56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command-line automation tool</a:t>
            </a:r>
          </a:p>
          <a:p>
            <a:r>
              <a:rPr lang="en-US"/>
              <a:t>manages a sequence of commands to create a final product (e.g. output file, program, database)</a:t>
            </a:r>
          </a:p>
          <a:p>
            <a:r>
              <a:rPr lang="en-US"/>
              <a:t>works through the use of a file known as a “makefile” </a:t>
            </a:r>
          </a:p>
          <a:p>
            <a:r>
              <a:rPr lang="en-US"/>
              <a:t>builds up target files based on dependent files (“dependencies”)</a:t>
            </a:r>
          </a:p>
          <a:p>
            <a:r>
              <a:rPr lang="en-US"/>
              <a:t>key aspect:  examines the timestamps of the dependencies to determine if its commands need to be run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3F652-BFB1-BBF5-690C-5F4E61619EE3}"/>
              </a:ext>
            </a:extLst>
          </p:cNvPr>
          <p:cNvSpPr txBox="1"/>
          <p:nvPr/>
        </p:nvSpPr>
        <p:spPr>
          <a:xfrm>
            <a:off x="5899558" y="851293"/>
            <a:ext cx="609460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output.txt: data01.dat square.py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python square.py &gt; output.txt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8DC40-ED1C-E9FC-AF43-0DC069BB9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735074"/>
            <a:ext cx="3398800" cy="19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4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D38C-EE45-F2E1-1FD2-420D7680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makefiles are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AE81-90D6-00BC-4DB9-9AA8FCF5A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C/C++ code compilation</a:t>
            </a:r>
          </a:p>
          <a:p>
            <a:r>
              <a:rPr lang="en-US"/>
              <a:t>Python scripts / Data pipelines</a:t>
            </a:r>
          </a:p>
          <a:p>
            <a:r>
              <a:rPr lang="en-US"/>
              <a:t>LaTeX / document compilation (.tex, .bib)</a:t>
            </a:r>
          </a:p>
          <a:p>
            <a:r>
              <a:rPr lang="en-US"/>
              <a:t>Website generation (make html out of md, etc.)</a:t>
            </a:r>
          </a:p>
          <a:p>
            <a:r>
              <a:rPr lang="en-US"/>
              <a:t>Automating testing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1F1D-E04F-806F-2ABF-795F838C3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666" y="102983"/>
            <a:ext cx="3921876" cy="2261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7374D5-6B75-7B21-ECEC-1CAEA6DC4C30}"/>
              </a:ext>
            </a:extLst>
          </p:cNvPr>
          <p:cNvSpPr txBox="1"/>
          <p:nvPr/>
        </p:nvSpPr>
        <p:spPr>
          <a:xfrm>
            <a:off x="6096000" y="2175932"/>
            <a:ext cx="609460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output.txt: data01.dat square.py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python square.py &gt; output.txt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31993-0B9E-785F-7EA8-2BA12A1BEB7A}"/>
              </a:ext>
            </a:extLst>
          </p:cNvPr>
          <p:cNvSpPr txBox="1"/>
          <p:nvPr/>
        </p:nvSpPr>
        <p:spPr>
          <a:xfrm>
            <a:off x="5252884" y="4246290"/>
            <a:ext cx="6100916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paper.pdf: paper.tex plot-data.png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pdflatex paper.tex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plot-%.png: %.dat plot.py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./plot.py -i $*.dat -o $@</a:t>
            </a:r>
          </a:p>
        </p:txBody>
      </p:sp>
    </p:spTree>
    <p:extLst>
      <p:ext uri="{BB962C8B-B14F-4D97-AF65-F5344CB8AC3E}">
        <p14:creationId xmlns:p14="http://schemas.microsoft.com/office/powerpoint/2010/main" val="135638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3A8D-EE6E-8795-82C8-33310FE0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make vs shell scripts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B7C6D0-970C-EAE2-913B-588E9B29F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654498"/>
              </p:ext>
            </p:extLst>
          </p:nvPr>
        </p:nvGraphicFramePr>
        <p:xfrm>
          <a:off x="673100" y="1600200"/>
          <a:ext cx="10998200" cy="4133088"/>
        </p:xfrm>
        <a:graphic>
          <a:graphicData uri="http://schemas.openxmlformats.org/drawingml/2006/table">
            <a:tbl>
              <a:tblPr/>
              <a:tblGrid>
                <a:gridCol w="1921793">
                  <a:extLst>
                    <a:ext uri="{9D8B030D-6E8A-4147-A177-3AD203B41FA5}">
                      <a16:colId xmlns:a16="http://schemas.microsoft.com/office/drawing/2014/main" val="1999809269"/>
                    </a:ext>
                  </a:extLst>
                </a:gridCol>
                <a:gridCol w="4199219">
                  <a:extLst>
                    <a:ext uri="{9D8B030D-6E8A-4147-A177-3AD203B41FA5}">
                      <a16:colId xmlns:a16="http://schemas.microsoft.com/office/drawing/2014/main" val="1318889957"/>
                    </a:ext>
                  </a:extLst>
                </a:gridCol>
                <a:gridCol w="4877188">
                  <a:extLst>
                    <a:ext uri="{9D8B030D-6E8A-4147-A177-3AD203B41FA5}">
                      <a16:colId xmlns:a16="http://schemas.microsoft.com/office/drawing/2014/main" val="1818332253"/>
                    </a:ext>
                  </a:extLst>
                </a:gridCol>
              </a:tblGrid>
              <a:tr h="577313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Shell Script (</a:t>
                      </a: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onsolas" panose="020B0609020204030204" pitchFamily="49" charset="0"/>
                        </a:rPr>
                        <a:t>.sh</a:t>
                      </a: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</a:endParaRP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Makefile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</a:endParaRPr>
                    </a:p>
                  </a:txBody>
                  <a:tcPr marL="50800" marR="50800" marT="50800" marB="50800" anchor="b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471598"/>
                  </a:ext>
                </a:extLst>
              </a:tr>
              <a:tr h="808239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Main purpose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Running a sequence of commands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Building/updating files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0641"/>
                  </a:ext>
                </a:extLst>
              </a:tr>
              <a:tr h="880681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Mindset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Top-down, linear, runs everything without checking whether files have been updated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Rule-based (Target: Dependency).</a:t>
                      </a:r>
                    </a:p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Skips work that is already up-to-date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057708"/>
                  </a:ext>
                </a:extLst>
              </a:tr>
              <a:tr h="827689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Error Handling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Keeps going unless you add </a:t>
                      </a: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onsolas" panose="020B0609020204030204" pitchFamily="49" charset="0"/>
                        </a:rPr>
                        <a:t>set -e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Stops immediately if a command fails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82251"/>
                  </a:ext>
                </a:extLst>
              </a:tr>
              <a:tr h="1039166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Best For...</a:t>
                      </a:r>
                      <a:endParaRPr lang="en-US" sz="2000">
                        <a:solidFill>
                          <a:srgbClr val="0A0A0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File processing, data pipelines, system tasks, automation with logic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600"/>
                        </a:lnSpc>
                        <a:buNone/>
                      </a:pPr>
                      <a:r>
                        <a:rPr lang="en-US" sz="2000">
                          <a:solidFill>
                            <a:srgbClr val="0A0A0A"/>
                          </a:solidFill>
                          <a:effectLst/>
                          <a:latin typeface="Calibri" panose="020F0502020204030204" pitchFamily="34" charset="0"/>
                        </a:rPr>
                        <a:t>Compiling code, data pipelines, or complex builds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32164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90E69E3-ADC2-2763-6889-EFD487416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00" y="2830513"/>
            <a:ext cx="45719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59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A77F-E574-2B30-8AC6-AF2A6060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makefiles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DF26D-EDF1-8457-B1B4-8E793752F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is built into many terminals </a:t>
            </a:r>
          </a:p>
          <a:p>
            <a:r>
              <a:rPr lang="en-US"/>
              <a:t>needs to be installed into </a:t>
            </a:r>
            <a:r>
              <a:rPr lang="en-US" b="1"/>
              <a:t>Git Bash</a:t>
            </a:r>
            <a:endParaRPr lang="en-US"/>
          </a:p>
          <a:p>
            <a:pPr marL="0" indent="0">
              <a:buNone/>
            </a:pPr>
            <a:r>
              <a:rPr lang="en-US"/>
              <a:t>See  "Installing make for Git Bash.docx" in the Admin folder of the course repo.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1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969D-8763-BE78-980C-5BBB49FC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17"/>
            <a:ext cx="10515600" cy="1325563"/>
          </a:xfrm>
        </p:spPr>
        <p:txBody>
          <a:bodyPr/>
          <a:lstStyle/>
          <a:p>
            <a:r>
              <a:rPr lang="en-US"/>
              <a:t>structure of a makefile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5F99-22D2-1271-12E8-9CAEE9D9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34532"/>
            <a:ext cx="10515600" cy="1723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Some optional but conventional targets: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all:  </a:t>
            </a:r>
            <a:r>
              <a:rPr lang="en-US">
                <a:cs typeface="Courier New" panose="02070309020205020404" pitchFamily="49" charset="0"/>
              </a:rPr>
              <a:t>indicates default build target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clean: </a:t>
            </a:r>
            <a:r>
              <a:rPr lang="en-US">
                <a:cs typeface="Courier New" panose="02070309020205020404" pitchFamily="49" charset="0"/>
              </a:rPr>
              <a:t>commands to remove generated files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F6028C-D98E-BCF5-8E03-B18A5C3B8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976814"/>
              </p:ext>
            </p:extLst>
          </p:nvPr>
        </p:nvGraphicFramePr>
        <p:xfrm>
          <a:off x="1115535" y="1505677"/>
          <a:ext cx="6007641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7641">
                  <a:extLst>
                    <a:ext uri="{9D8B030D-6E8A-4147-A177-3AD203B41FA5}">
                      <a16:colId xmlns:a16="http://schemas.microsoft.com/office/drawing/2014/main" val="267918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target: dependencies</a:t>
                      </a: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&lt;TAB&gt;command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642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AB3CEE-A975-72C3-6B04-A1DF64ACB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852507"/>
              </p:ext>
            </p:extLst>
          </p:nvPr>
        </p:nvGraphicFramePr>
        <p:xfrm>
          <a:off x="1115535" y="2511200"/>
          <a:ext cx="6099081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9081">
                  <a:extLst>
                    <a:ext uri="{9D8B030D-6E8A-4147-A177-3AD203B41FA5}">
                      <a16:colId xmlns:a16="http://schemas.microsoft.com/office/drawing/2014/main" val="267918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output.txt: data01.dat square.py</a:t>
                      </a: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python square.py &gt; output.txt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642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01F1D9-0EEE-9912-92DA-71DC1CF3B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27962"/>
              </p:ext>
            </p:extLst>
          </p:nvPr>
        </p:nvGraphicFramePr>
        <p:xfrm>
          <a:off x="1115534" y="5111496"/>
          <a:ext cx="609908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9081">
                  <a:extLst>
                    <a:ext uri="{9D8B030D-6E8A-4147-A177-3AD203B41FA5}">
                      <a16:colId xmlns:a16="http://schemas.microsoft.com/office/drawing/2014/main" val="2679183355"/>
                    </a:ext>
                  </a:extLst>
                </a:gridCol>
              </a:tblGrid>
              <a:tr h="1591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all: output.txt</a:t>
                      </a:r>
                    </a:p>
                    <a:p>
                      <a:pPr marL="0" indent="0">
                        <a:buNone/>
                      </a:pPr>
                      <a:endParaRPr lang="en-US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output.txt: data01.dat square.py</a:t>
                      </a: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python square.py &gt; output.txt</a:t>
                      </a: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clean:</a:t>
                      </a:r>
                    </a:p>
                    <a:p>
                      <a:pPr marL="0" indent="0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rm –r data01.dat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642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57FCCE4-AFD1-1611-8A1A-522EB2FA36B7}"/>
              </a:ext>
            </a:extLst>
          </p:cNvPr>
          <p:cNvSpPr txBox="1"/>
          <p:nvPr/>
        </p:nvSpPr>
        <p:spPr>
          <a:xfrm>
            <a:off x="8074152" y="1505677"/>
            <a:ext cx="3166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Note – you must include the TAB before commands. Spaces will not work.</a:t>
            </a:r>
          </a:p>
        </p:txBody>
      </p:sp>
    </p:spTree>
    <p:extLst>
      <p:ext uri="{BB962C8B-B14F-4D97-AF65-F5344CB8AC3E}">
        <p14:creationId xmlns:p14="http://schemas.microsoft.com/office/powerpoint/2010/main" val="13804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1EBD84-8691-E72D-DA51-14BD84CA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5"/>
            <a:ext cx="10515600" cy="1325563"/>
          </a:xfrm>
        </p:spPr>
        <p:txBody>
          <a:bodyPr/>
          <a:lstStyle/>
          <a:p>
            <a:r>
              <a:rPr lang="en-US"/>
              <a:t>Simple Python make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B6E58-BA9E-55D6-B4E9-DFB02F979503}"/>
              </a:ext>
            </a:extLst>
          </p:cNvPr>
          <p:cNvSpPr txBox="1"/>
          <p:nvPr/>
        </p:nvSpPr>
        <p:spPr>
          <a:xfrm>
            <a:off x="2745866" y="2000740"/>
            <a:ext cx="5767198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A simple Makefile – Makefile.print-numbers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all: output.txt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output.txt: data01.dat square.py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python square.py &gt; output.txt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24400-A227-5F8D-3DDD-B2C1690DC99C}"/>
              </a:ext>
            </a:extLst>
          </p:cNvPr>
          <p:cNvCxnSpPr>
            <a:cxnSpLocks/>
          </p:cNvCxnSpPr>
          <p:nvPr/>
        </p:nvCxnSpPr>
        <p:spPr>
          <a:xfrm flipV="1">
            <a:off x="2359152" y="3154680"/>
            <a:ext cx="667512" cy="57607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2F45AC-7483-2EC9-ADE8-C40BA3DF42DF}"/>
              </a:ext>
            </a:extLst>
          </p:cNvPr>
          <p:cNvCxnSpPr>
            <a:cxnSpLocks/>
          </p:cNvCxnSpPr>
          <p:nvPr/>
        </p:nvCxnSpPr>
        <p:spPr>
          <a:xfrm flipH="1">
            <a:off x="7095362" y="2662459"/>
            <a:ext cx="1804416" cy="18533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40AD6-BD78-603A-2932-7E1D28689DD0}"/>
              </a:ext>
            </a:extLst>
          </p:cNvPr>
          <p:cNvCxnSpPr>
            <a:cxnSpLocks/>
          </p:cNvCxnSpPr>
          <p:nvPr/>
        </p:nvCxnSpPr>
        <p:spPr>
          <a:xfrm flipV="1">
            <a:off x="3279648" y="3378199"/>
            <a:ext cx="667512" cy="57607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B208B4-7E93-B4F6-D024-91DC691768BC}"/>
              </a:ext>
            </a:extLst>
          </p:cNvPr>
          <p:cNvSpPr txBox="1"/>
          <p:nvPr/>
        </p:nvSpPr>
        <p:spPr>
          <a:xfrm>
            <a:off x="592456" y="3730752"/>
            <a:ext cx="215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target file to be built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B7FB8-B7C8-5AAE-D03A-5D3B05A1B319}"/>
              </a:ext>
            </a:extLst>
          </p:cNvPr>
          <p:cNvSpPr txBox="1"/>
          <p:nvPr/>
        </p:nvSpPr>
        <p:spPr>
          <a:xfrm>
            <a:off x="8899778" y="2385794"/>
            <a:ext cx="2751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dependencies – files</a:t>
            </a:r>
          </a:p>
          <a:p>
            <a:r>
              <a:rPr lang="en-US"/>
              <a:t>the build depends on;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/>
              <a:t> automatically rebuilds if these have changed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3681F6-FA1C-88E0-554D-E06250B939CD}"/>
              </a:ext>
            </a:extLst>
          </p:cNvPr>
          <p:cNvSpPr txBox="1"/>
          <p:nvPr/>
        </p:nvSpPr>
        <p:spPr>
          <a:xfrm>
            <a:off x="3158872" y="3954271"/>
            <a:ext cx="602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command to actual build the target from the dependencies</a:t>
            </a:r>
          </a:p>
        </p:txBody>
      </p:sp>
    </p:spTree>
    <p:extLst>
      <p:ext uri="{BB962C8B-B14F-4D97-AF65-F5344CB8AC3E}">
        <p14:creationId xmlns:p14="http://schemas.microsoft.com/office/powerpoint/2010/main" val="98414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8771-55DC-3DFC-3E52-CB3377C3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5"/>
            <a:ext cx="10515600" cy="1325563"/>
          </a:xfrm>
        </p:spPr>
        <p:txBody>
          <a:bodyPr/>
          <a:lstStyle/>
          <a:p>
            <a:r>
              <a:rPr lang="en-US"/>
              <a:t>Simple Python make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F761-AB91-44D2-5BD5-C26EA47F6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87" y="4742246"/>
            <a:ext cx="5886069" cy="14710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To run, type: 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make –f Makefile.print-numbers </a:t>
            </a:r>
          </a:p>
          <a:p>
            <a:pPr marL="0" indent="0">
              <a:buNone/>
            </a:pPr>
            <a:r>
              <a:rPr lang="en-US"/>
              <a:t>To get a feel for how make works, make changes to the data file and re-run make.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78846-D1AE-26E5-BFD9-9134C5A3C4FE}"/>
              </a:ext>
            </a:extLst>
          </p:cNvPr>
          <p:cNvSpPr txBox="1"/>
          <p:nvPr/>
        </p:nvSpPr>
        <p:spPr>
          <a:xfrm>
            <a:off x="505586" y="1369804"/>
            <a:ext cx="5767198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 A simple Makefile – Makefile.print-numbers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all: output.txt</a:t>
            </a:r>
          </a:p>
          <a:p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output.txt: data01.dat square.py</a:t>
            </a:r>
          </a:p>
          <a:p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python square.py &gt; output.txt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48F05-5114-8841-0B7B-4114060512D2}"/>
              </a:ext>
            </a:extLst>
          </p:cNvPr>
          <p:cNvSpPr txBox="1"/>
          <p:nvPr/>
        </p:nvSpPr>
        <p:spPr>
          <a:xfrm>
            <a:off x="838200" y="3429000"/>
            <a:ext cx="487146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u="sng">
                <a:latin typeface="Courier New" panose="02070309020205020404" pitchFamily="49" charset="0"/>
                <a:cs typeface="Courier New" panose="02070309020205020404" pitchFamily="49" charset="0"/>
              </a:rPr>
              <a:t>data01.dat</a:t>
            </a:r>
            <a:r>
              <a:rPr lang="en-US" u="sng"/>
              <a:t> contents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10 14 9 16 25 36 49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C8A43-7D79-1454-C4F5-63EC104768EC}"/>
              </a:ext>
            </a:extLst>
          </p:cNvPr>
          <p:cNvSpPr txBox="1"/>
          <p:nvPr/>
        </p:nvSpPr>
        <p:spPr>
          <a:xfrm>
            <a:off x="6711315" y="1131410"/>
            <a:ext cx="4871466" cy="29313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r>
              <a:rPr lang="en-US" u="sng">
                <a:latin typeface="Courier New" panose="02070309020205020404" pitchFamily="49" charset="0"/>
                <a:cs typeface="Courier New" panose="02070309020205020404" pitchFamily="49" charset="0"/>
              </a:rPr>
              <a:t>square.py</a:t>
            </a:r>
            <a:r>
              <a:rPr lang="en-US" u="sng"/>
              <a:t> contents</a:t>
            </a:r>
            <a:r>
              <a:rPr lang="en-US"/>
              <a:t>:</a:t>
            </a:r>
          </a:p>
          <a:p>
            <a:pPr>
              <a:lnSpc>
                <a:spcPts val="1650"/>
              </a:lnSpc>
              <a:buNone/>
            </a:pPr>
            <a:endParaRPr lang="en-US" b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fileobj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"data01.dat"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fileobj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()]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fileobj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CE118-0FFA-B229-44B3-4A3DA891325C}"/>
              </a:ext>
            </a:extLst>
          </p:cNvPr>
          <p:cNvSpPr txBox="1"/>
          <p:nvPr/>
        </p:nvSpPr>
        <p:spPr>
          <a:xfrm>
            <a:off x="6711315" y="4323616"/>
            <a:ext cx="2098930" cy="21236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/>
              <a:t>$ cat output.txt </a:t>
            </a:r>
          </a:p>
          <a:p>
            <a:r>
              <a:rPr lang="en-US" sz="1600"/>
              <a:t>100</a:t>
            </a:r>
          </a:p>
          <a:p>
            <a:r>
              <a:rPr lang="en-US" sz="1600"/>
              <a:t>196</a:t>
            </a:r>
          </a:p>
          <a:p>
            <a:r>
              <a:rPr lang="en-US" sz="1600"/>
              <a:t>81</a:t>
            </a:r>
          </a:p>
          <a:p>
            <a:r>
              <a:rPr lang="en-US" sz="1600"/>
              <a:t>256</a:t>
            </a:r>
          </a:p>
          <a:p>
            <a:r>
              <a:rPr lang="en-US" sz="1600"/>
              <a:t>625</a:t>
            </a:r>
          </a:p>
          <a:p>
            <a:r>
              <a:rPr lang="en-US" sz="1600"/>
              <a:t>1296</a:t>
            </a:r>
          </a:p>
          <a:p>
            <a:r>
              <a:rPr lang="en-US" sz="1600"/>
              <a:t>2401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0210D-7CB5-C70D-A88D-34F38B64AA32}"/>
              </a:ext>
            </a:extLst>
          </p:cNvPr>
          <p:cNvSpPr txBox="1"/>
          <p:nvPr/>
        </p:nvSpPr>
        <p:spPr>
          <a:xfrm>
            <a:off x="192024" y="6465562"/>
            <a:ext cx="724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See lec05-automation-shell-scripts/makefiles/ example folders for files.</a:t>
            </a:r>
          </a:p>
        </p:txBody>
      </p:sp>
    </p:spTree>
    <p:extLst>
      <p:ext uri="{BB962C8B-B14F-4D97-AF65-F5344CB8AC3E}">
        <p14:creationId xmlns:p14="http://schemas.microsoft.com/office/powerpoint/2010/main" val="256418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51FF-35D0-11CD-B96F-4AF0EE6D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5E09-9B0D-BA4F-C4AB-77B397A34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need pdflatex installed in your terminal for this to work</a:t>
            </a:r>
          </a:p>
          <a:p>
            <a:pPr lvl="1"/>
            <a:r>
              <a:rPr lang="en-US"/>
              <a:t>See optional problem on HW 6 Part I</a:t>
            </a:r>
          </a:p>
          <a:p>
            <a:r>
              <a:rPr lang="en-US"/>
              <a:t>See MIT Missing Semester – Lecture 8 Metaprogramming</a:t>
            </a:r>
          </a:p>
          <a:p>
            <a:pPr lvl="1"/>
            <a:r>
              <a:rPr lang="en-US">
                <a:hlinkClick r:id="rId2"/>
              </a:rPr>
              <a:t>https://missing.csail.mit.edu/2020/metaprogramming/</a:t>
            </a:r>
            <a:endParaRPr lang="en-US"/>
          </a:p>
          <a:p>
            <a:pPr lvl="1"/>
            <a:r>
              <a:rPr lang="en-US">
                <a:hlinkClick r:id="rId3"/>
              </a:rPr>
              <a:t>https://www.youtube.com/watch?v=_Ms1Z4xfqv4&amp;t=604s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A98CC-D0F4-C701-3849-2B910284FB08}"/>
              </a:ext>
            </a:extLst>
          </p:cNvPr>
          <p:cNvSpPr txBox="1"/>
          <p:nvPr/>
        </p:nvSpPr>
        <p:spPr>
          <a:xfrm>
            <a:off x="3045542" y="4199398"/>
            <a:ext cx="6100916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paper.pdf: paper.tex plot-data.png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pdflatex paper.tex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plot-%.png: %.dat plot.py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./plot.py -i $*.dat -o $@</a:t>
            </a:r>
          </a:p>
        </p:txBody>
      </p:sp>
    </p:spTree>
    <p:extLst>
      <p:ext uri="{BB962C8B-B14F-4D97-AF65-F5344CB8AC3E}">
        <p14:creationId xmlns:p14="http://schemas.microsoft.com/office/powerpoint/2010/main" val="383930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743</Words>
  <Application>Microsoft Office PowerPoint</Application>
  <PresentationFormat>Widescreen</PresentationFormat>
  <Paragraphs>113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Using “make”</vt:lpstr>
      <vt:lpstr>What is make?</vt:lpstr>
      <vt:lpstr>Where makefiles are used</vt:lpstr>
      <vt:lpstr>make vs shell scripts</vt:lpstr>
      <vt:lpstr>Using makefiles</vt:lpstr>
      <vt:lpstr>structure of a makefile</vt:lpstr>
      <vt:lpstr>Simple Python make example</vt:lpstr>
      <vt:lpstr>Simple Python make example</vt:lpstr>
      <vt:lpstr>LaTeX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2026-02-17T14:56:36Z</dcterms:created>
  <dcterms:modified xsi:type="dcterms:W3CDTF">2026-02-17T20:02:07Z</dcterms:modified>
</cp:coreProperties>
</file>