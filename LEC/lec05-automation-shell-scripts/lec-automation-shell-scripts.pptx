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6" r:id="rId8"/>
    <p:sldId id="265" r:id="rId9"/>
    <p:sldId id="263" r:id="rId10"/>
    <p:sldId id="262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8D755-D4B2-42BF-80D4-303B90D8F4E3}" v="207" dt="2026-02-18T18:41:12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0" y="9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redo custSel addSld delSld modSld sldOrd">
      <pc:chgData name="Frommer, Ian Dr. (EDU)" userId="28ca3ff0-544f-450a-928b-99e19cf49b89" providerId="ADAL" clId="{FDDA6EB0-4FD6-4516-ACA5-A4CAC6441DA7}" dt="2026-02-18T18:41:12.334" v="4760"/>
      <pc:docMkLst>
        <pc:docMk/>
      </pc:docMkLst>
      <pc:sldChg chg="modSp new mod">
        <pc:chgData name="Frommer, Ian Dr. (EDU)" userId="28ca3ff0-544f-450a-928b-99e19cf49b89" providerId="ADAL" clId="{FDDA6EB0-4FD6-4516-ACA5-A4CAC6441DA7}" dt="2026-02-17T20:38:53.307" v="56" actId="20577"/>
        <pc:sldMkLst>
          <pc:docMk/>
          <pc:sldMk cId="2282790435" sldId="256"/>
        </pc:sldMkLst>
        <pc:spChg chg="mod">
          <ac:chgData name="Frommer, Ian Dr. (EDU)" userId="28ca3ff0-544f-450a-928b-99e19cf49b89" providerId="ADAL" clId="{FDDA6EB0-4FD6-4516-ACA5-A4CAC6441DA7}" dt="2026-02-17T20:38:53.307" v="56" actId="20577"/>
          <ac:spMkLst>
            <pc:docMk/>
            <pc:sldMk cId="2282790435" sldId="256"/>
            <ac:spMk id="2" creationId="{11377D1C-1E9E-2585-1F61-8F92826251B4}"/>
          </ac:spMkLst>
        </pc:spChg>
      </pc:sldChg>
      <pc:sldChg chg="addSp modSp new mod addAnim delAnim modAnim">
        <pc:chgData name="Frommer, Ian Dr. (EDU)" userId="28ca3ff0-544f-450a-928b-99e19cf49b89" providerId="ADAL" clId="{FDDA6EB0-4FD6-4516-ACA5-A4CAC6441DA7}" dt="2026-02-18T18:34:51.405" v="4703" actId="20577"/>
        <pc:sldMkLst>
          <pc:docMk/>
          <pc:sldMk cId="430437884" sldId="257"/>
        </pc:sldMkLst>
        <pc:spChg chg="mod">
          <ac:chgData name="Frommer, Ian Dr. (EDU)" userId="28ca3ff0-544f-450a-928b-99e19cf49b89" providerId="ADAL" clId="{FDDA6EB0-4FD6-4516-ACA5-A4CAC6441DA7}" dt="2026-02-18T16:25:17.800" v="2363" actId="1076"/>
          <ac:spMkLst>
            <pc:docMk/>
            <pc:sldMk cId="430437884" sldId="257"/>
            <ac:spMk id="2" creationId="{EF231283-75B7-BC68-6D61-B1A0B34DCB13}"/>
          </ac:spMkLst>
        </pc:spChg>
        <pc:spChg chg="mod">
          <ac:chgData name="Frommer, Ian Dr. (EDU)" userId="28ca3ff0-544f-450a-928b-99e19cf49b89" providerId="ADAL" clId="{FDDA6EB0-4FD6-4516-ACA5-A4CAC6441DA7}" dt="2026-02-18T18:34:51.405" v="4703" actId="20577"/>
          <ac:spMkLst>
            <pc:docMk/>
            <pc:sldMk cId="430437884" sldId="257"/>
            <ac:spMk id="3" creationId="{B431327B-7075-F248-BEE3-2F92F74153C5}"/>
          </ac:spMkLst>
        </pc:spChg>
        <pc:picChg chg="add mod">
          <ac:chgData name="Frommer, Ian Dr. (EDU)" userId="28ca3ff0-544f-450a-928b-99e19cf49b89" providerId="ADAL" clId="{FDDA6EB0-4FD6-4516-ACA5-A4CAC6441DA7}" dt="2026-02-18T16:26:11.832" v="2401" actId="1076"/>
          <ac:picMkLst>
            <pc:docMk/>
            <pc:sldMk cId="430437884" sldId="257"/>
            <ac:picMk id="5" creationId="{ED18EDAE-70BE-0E11-72A6-7AD7C248AED3}"/>
          </ac:picMkLst>
        </pc:picChg>
      </pc:sldChg>
      <pc:sldChg chg="modSp new mod modAnim">
        <pc:chgData name="Frommer, Ian Dr. (EDU)" userId="28ca3ff0-544f-450a-928b-99e19cf49b89" providerId="ADAL" clId="{FDDA6EB0-4FD6-4516-ACA5-A4CAC6441DA7}" dt="2026-02-18T18:35:12.073" v="4704" actId="113"/>
        <pc:sldMkLst>
          <pc:docMk/>
          <pc:sldMk cId="259166322" sldId="258"/>
        </pc:sldMkLst>
        <pc:spChg chg="mod">
          <ac:chgData name="Frommer, Ian Dr. (EDU)" userId="28ca3ff0-544f-450a-928b-99e19cf49b89" providerId="ADAL" clId="{FDDA6EB0-4FD6-4516-ACA5-A4CAC6441DA7}" dt="2026-02-17T21:23:36.125" v="436" actId="20577"/>
          <ac:spMkLst>
            <pc:docMk/>
            <pc:sldMk cId="259166322" sldId="258"/>
            <ac:spMk id="2" creationId="{97A13117-2B52-B966-0187-DF9165591D7E}"/>
          </ac:spMkLst>
        </pc:spChg>
        <pc:spChg chg="mod">
          <ac:chgData name="Frommer, Ian Dr. (EDU)" userId="28ca3ff0-544f-450a-928b-99e19cf49b89" providerId="ADAL" clId="{FDDA6EB0-4FD6-4516-ACA5-A4CAC6441DA7}" dt="2026-02-18T18:35:12.073" v="4704" actId="113"/>
          <ac:spMkLst>
            <pc:docMk/>
            <pc:sldMk cId="259166322" sldId="258"/>
            <ac:spMk id="3" creationId="{4A966642-05FB-5CE1-C4E6-A8ED3BD8B31E}"/>
          </ac:spMkLst>
        </pc:spChg>
      </pc:sldChg>
      <pc:sldChg chg="addSp modSp new mod ord modAnim">
        <pc:chgData name="Frommer, Ian Dr. (EDU)" userId="28ca3ff0-544f-450a-928b-99e19cf49b89" providerId="ADAL" clId="{FDDA6EB0-4FD6-4516-ACA5-A4CAC6441DA7}" dt="2026-02-17T21:58:48.937" v="1948" actId="1038"/>
        <pc:sldMkLst>
          <pc:docMk/>
          <pc:sldMk cId="3755467327" sldId="259"/>
        </pc:sldMkLst>
        <pc:spChg chg="mod">
          <ac:chgData name="Frommer, Ian Dr. (EDU)" userId="28ca3ff0-544f-450a-928b-99e19cf49b89" providerId="ADAL" clId="{FDDA6EB0-4FD6-4516-ACA5-A4CAC6441DA7}" dt="2026-02-17T21:23:56.686" v="457" actId="20577"/>
          <ac:spMkLst>
            <pc:docMk/>
            <pc:sldMk cId="3755467327" sldId="259"/>
            <ac:spMk id="2" creationId="{0B28F4F8-956E-78E5-5697-C703DEFCD5FE}"/>
          </ac:spMkLst>
        </pc:spChg>
        <pc:spChg chg="mod">
          <ac:chgData name="Frommer, Ian Dr. (EDU)" userId="28ca3ff0-544f-450a-928b-99e19cf49b89" providerId="ADAL" clId="{FDDA6EB0-4FD6-4516-ACA5-A4CAC6441DA7}" dt="2026-02-17T21:58:38.097" v="1926" actId="2711"/>
          <ac:spMkLst>
            <pc:docMk/>
            <pc:sldMk cId="3755467327" sldId="259"/>
            <ac:spMk id="3" creationId="{DA874883-86D3-01DE-DF62-806841A63C63}"/>
          </ac:spMkLst>
        </pc:spChg>
        <pc:picChg chg="add mod">
          <ac:chgData name="Frommer, Ian Dr. (EDU)" userId="28ca3ff0-544f-450a-928b-99e19cf49b89" providerId="ADAL" clId="{FDDA6EB0-4FD6-4516-ACA5-A4CAC6441DA7}" dt="2026-02-17T21:58:48.937" v="1948" actId="1038"/>
          <ac:picMkLst>
            <pc:docMk/>
            <pc:sldMk cId="3755467327" sldId="259"/>
            <ac:picMk id="5" creationId="{0B5C9DDA-090E-17AD-AB15-CB6181528647}"/>
          </ac:picMkLst>
        </pc:picChg>
        <pc:picChg chg="add mod">
          <ac:chgData name="Frommer, Ian Dr. (EDU)" userId="28ca3ff0-544f-450a-928b-99e19cf49b89" providerId="ADAL" clId="{FDDA6EB0-4FD6-4516-ACA5-A4CAC6441DA7}" dt="2026-02-17T21:58:11.855" v="1920" actId="1076"/>
          <ac:picMkLst>
            <pc:docMk/>
            <pc:sldMk cId="3755467327" sldId="259"/>
            <ac:picMk id="7" creationId="{20DBE445-DE57-C0DB-C198-60915D59F5D8}"/>
          </ac:picMkLst>
        </pc:picChg>
      </pc:sldChg>
      <pc:sldChg chg="modSp new mod modAnim">
        <pc:chgData name="Frommer, Ian Dr. (EDU)" userId="28ca3ff0-544f-450a-928b-99e19cf49b89" providerId="ADAL" clId="{FDDA6EB0-4FD6-4516-ACA5-A4CAC6441DA7}" dt="2026-02-17T21:57:31.017" v="1889" actId="2711"/>
        <pc:sldMkLst>
          <pc:docMk/>
          <pc:sldMk cId="1885053125" sldId="260"/>
        </pc:sldMkLst>
        <pc:spChg chg="mod">
          <ac:chgData name="Frommer, Ian Dr. (EDU)" userId="28ca3ff0-544f-450a-928b-99e19cf49b89" providerId="ADAL" clId="{FDDA6EB0-4FD6-4516-ACA5-A4CAC6441DA7}" dt="2026-02-17T21:32:15.833" v="1024" actId="20577"/>
          <ac:spMkLst>
            <pc:docMk/>
            <pc:sldMk cId="1885053125" sldId="260"/>
            <ac:spMk id="2" creationId="{FBF207AB-F94B-D755-02DC-7A17D2CCBADE}"/>
          </ac:spMkLst>
        </pc:spChg>
        <pc:spChg chg="mod">
          <ac:chgData name="Frommer, Ian Dr. (EDU)" userId="28ca3ff0-544f-450a-928b-99e19cf49b89" providerId="ADAL" clId="{FDDA6EB0-4FD6-4516-ACA5-A4CAC6441DA7}" dt="2026-02-17T21:57:31.017" v="1889" actId="2711"/>
          <ac:spMkLst>
            <pc:docMk/>
            <pc:sldMk cId="1885053125" sldId="260"/>
            <ac:spMk id="3" creationId="{9791815A-7651-2D51-95F0-6EE2D474CC8B}"/>
          </ac:spMkLst>
        </pc:spChg>
      </pc:sldChg>
      <pc:sldChg chg="addSp delSp modSp new mod ord modAnim">
        <pc:chgData name="Frommer, Ian Dr. (EDU)" userId="28ca3ff0-544f-450a-928b-99e19cf49b89" providerId="ADAL" clId="{FDDA6EB0-4FD6-4516-ACA5-A4CAC6441DA7}" dt="2026-02-18T16:49:24.250" v="2715" actId="20577"/>
        <pc:sldMkLst>
          <pc:docMk/>
          <pc:sldMk cId="205799004" sldId="261"/>
        </pc:sldMkLst>
        <pc:spChg chg="mod">
          <ac:chgData name="Frommer, Ian Dr. (EDU)" userId="28ca3ff0-544f-450a-928b-99e19cf49b89" providerId="ADAL" clId="{FDDA6EB0-4FD6-4516-ACA5-A4CAC6441DA7}" dt="2026-02-18T16:49:08.498" v="2712" actId="1035"/>
          <ac:spMkLst>
            <pc:docMk/>
            <pc:sldMk cId="205799004" sldId="261"/>
            <ac:spMk id="2" creationId="{5A3A752D-0A29-6636-A40E-B50CA883CF94}"/>
          </ac:spMkLst>
        </pc:spChg>
        <pc:spChg chg="mod">
          <ac:chgData name="Frommer, Ian Dr. (EDU)" userId="28ca3ff0-544f-450a-928b-99e19cf49b89" providerId="ADAL" clId="{FDDA6EB0-4FD6-4516-ACA5-A4CAC6441DA7}" dt="2026-02-18T16:49:24.250" v="2715" actId="20577"/>
          <ac:spMkLst>
            <pc:docMk/>
            <pc:sldMk cId="205799004" sldId="261"/>
            <ac:spMk id="3" creationId="{8BCF6DDB-A747-039D-E306-FEA0A09B856D}"/>
          </ac:spMkLst>
        </pc:spChg>
        <pc:spChg chg="add del mod">
          <ac:chgData name="Frommer, Ian Dr. (EDU)" userId="28ca3ff0-544f-450a-928b-99e19cf49b89" providerId="ADAL" clId="{FDDA6EB0-4FD6-4516-ACA5-A4CAC6441DA7}" dt="2026-02-17T21:54:22.603" v="1877"/>
          <ac:spMkLst>
            <pc:docMk/>
            <pc:sldMk cId="205799004" sldId="261"/>
            <ac:spMk id="5" creationId="{DC00E6DD-D2A9-1325-BEAC-C5F4D96B260E}"/>
          </ac:spMkLst>
        </pc:spChg>
        <pc:spChg chg="add mod">
          <ac:chgData name="Frommer, Ian Dr. (EDU)" userId="28ca3ff0-544f-450a-928b-99e19cf49b89" providerId="ADAL" clId="{FDDA6EB0-4FD6-4516-ACA5-A4CAC6441DA7}" dt="2026-02-18T16:41:52.981" v="2449" actId="20577"/>
          <ac:spMkLst>
            <pc:docMk/>
            <pc:sldMk cId="205799004" sldId="261"/>
            <ac:spMk id="7" creationId="{82E15709-9C94-FB41-E4CD-663381AE7758}"/>
          </ac:spMkLst>
        </pc:spChg>
      </pc:sldChg>
      <pc:sldChg chg="addSp modSp new mod">
        <pc:chgData name="Frommer, Ian Dr. (EDU)" userId="28ca3ff0-544f-450a-928b-99e19cf49b89" providerId="ADAL" clId="{FDDA6EB0-4FD6-4516-ACA5-A4CAC6441DA7}" dt="2026-02-18T18:37:36.486" v="4706" actId="207"/>
        <pc:sldMkLst>
          <pc:docMk/>
          <pc:sldMk cId="2617485211" sldId="262"/>
        </pc:sldMkLst>
        <pc:spChg chg="mod">
          <ac:chgData name="Frommer, Ian Dr. (EDU)" userId="28ca3ff0-544f-450a-928b-99e19cf49b89" providerId="ADAL" clId="{FDDA6EB0-4FD6-4516-ACA5-A4CAC6441DA7}" dt="2026-02-18T17:33:02.664" v="3206" actId="20577"/>
          <ac:spMkLst>
            <pc:docMk/>
            <pc:sldMk cId="2617485211" sldId="262"/>
            <ac:spMk id="2" creationId="{CB271F9E-0B10-1725-03B6-BCA46AC929FE}"/>
          </ac:spMkLst>
        </pc:spChg>
        <pc:spChg chg="mod">
          <ac:chgData name="Frommer, Ian Dr. (EDU)" userId="28ca3ff0-544f-450a-928b-99e19cf49b89" providerId="ADAL" clId="{FDDA6EB0-4FD6-4516-ACA5-A4CAC6441DA7}" dt="2026-02-18T18:37:36.486" v="4706" actId="207"/>
          <ac:spMkLst>
            <pc:docMk/>
            <pc:sldMk cId="2617485211" sldId="262"/>
            <ac:spMk id="3" creationId="{89435F11-7F09-639E-10BF-1F36120003FE}"/>
          </ac:spMkLst>
        </pc:spChg>
        <pc:picChg chg="add mod">
          <ac:chgData name="Frommer, Ian Dr. (EDU)" userId="28ca3ff0-544f-450a-928b-99e19cf49b89" providerId="ADAL" clId="{FDDA6EB0-4FD6-4516-ACA5-A4CAC6441DA7}" dt="2026-02-18T18:02:04.880" v="3435" actId="1076"/>
          <ac:picMkLst>
            <pc:docMk/>
            <pc:sldMk cId="2617485211" sldId="262"/>
            <ac:picMk id="5" creationId="{2F71EF8E-0B00-BFBC-FCB0-3BCAD027D88B}"/>
          </ac:picMkLst>
        </pc:picChg>
      </pc:sldChg>
      <pc:sldChg chg="addSp delSp modSp new mod ord">
        <pc:chgData name="Frommer, Ian Dr. (EDU)" userId="28ca3ff0-544f-450a-928b-99e19cf49b89" providerId="ADAL" clId="{FDDA6EB0-4FD6-4516-ACA5-A4CAC6441DA7}" dt="2026-02-18T16:59:24.081" v="3141" actId="1036"/>
        <pc:sldMkLst>
          <pc:docMk/>
          <pc:sldMk cId="1812867004" sldId="263"/>
        </pc:sldMkLst>
        <pc:spChg chg="mod">
          <ac:chgData name="Frommer, Ian Dr. (EDU)" userId="28ca3ff0-544f-450a-928b-99e19cf49b89" providerId="ADAL" clId="{FDDA6EB0-4FD6-4516-ACA5-A4CAC6441DA7}" dt="2026-02-18T16:58:48.085" v="3130" actId="2711"/>
          <ac:spMkLst>
            <pc:docMk/>
            <pc:sldMk cId="1812867004" sldId="263"/>
            <ac:spMk id="2" creationId="{D9E49202-A48C-37E6-EAFB-FC5C7DA36079}"/>
          </ac:spMkLst>
        </pc:spChg>
        <pc:spChg chg="del">
          <ac:chgData name="Frommer, Ian Dr. (EDU)" userId="28ca3ff0-544f-450a-928b-99e19cf49b89" providerId="ADAL" clId="{FDDA6EB0-4FD6-4516-ACA5-A4CAC6441DA7}" dt="2026-02-18T16:58:39.592" v="3128" actId="478"/>
          <ac:spMkLst>
            <pc:docMk/>
            <pc:sldMk cId="1812867004" sldId="263"/>
            <ac:spMk id="3" creationId="{7F57C5FE-1CF5-A6C4-7542-6138B7AFB22D}"/>
          </ac:spMkLst>
        </pc:spChg>
        <pc:spChg chg="add mod">
          <ac:chgData name="Frommer, Ian Dr. (EDU)" userId="28ca3ff0-544f-450a-928b-99e19cf49b89" providerId="ADAL" clId="{FDDA6EB0-4FD6-4516-ACA5-A4CAC6441DA7}" dt="2026-02-18T16:59:24.081" v="3141" actId="1036"/>
          <ac:spMkLst>
            <pc:docMk/>
            <pc:sldMk cId="1812867004" sldId="263"/>
            <ac:spMk id="5" creationId="{1FBDAEC4-99F3-8D1C-FA94-DFCAF141FA85}"/>
          </ac:spMkLst>
        </pc:spChg>
      </pc:sldChg>
      <pc:sldChg chg="modSp new del mod">
        <pc:chgData name="Frommer, Ian Dr. (EDU)" userId="28ca3ff0-544f-450a-928b-99e19cf49b89" providerId="ADAL" clId="{FDDA6EB0-4FD6-4516-ACA5-A4CAC6441DA7}" dt="2026-02-18T18:34:03.447" v="4685" actId="2696"/>
        <pc:sldMkLst>
          <pc:docMk/>
          <pc:sldMk cId="2612710448" sldId="264"/>
        </pc:sldMkLst>
        <pc:spChg chg="mod">
          <ac:chgData name="Frommer, Ian Dr. (EDU)" userId="28ca3ff0-544f-450a-928b-99e19cf49b89" providerId="ADAL" clId="{FDDA6EB0-4FD6-4516-ACA5-A4CAC6441DA7}" dt="2026-02-17T22:08:14.106" v="2111" actId="20577"/>
          <ac:spMkLst>
            <pc:docMk/>
            <pc:sldMk cId="2612710448" sldId="264"/>
            <ac:spMk id="2" creationId="{18A7AFBE-9340-7675-CCA9-87B836F2DD73}"/>
          </ac:spMkLst>
        </pc:spChg>
        <pc:spChg chg="mod">
          <ac:chgData name="Frommer, Ian Dr. (EDU)" userId="28ca3ff0-544f-450a-928b-99e19cf49b89" providerId="ADAL" clId="{FDDA6EB0-4FD6-4516-ACA5-A4CAC6441DA7}" dt="2026-02-17T22:08:19.897" v="2136" actId="20577"/>
          <ac:spMkLst>
            <pc:docMk/>
            <pc:sldMk cId="2612710448" sldId="264"/>
            <ac:spMk id="3" creationId="{85BF6674-4201-035D-3842-1CFDC3952124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2-18T18:36:45.288" v="4705" actId="20577"/>
        <pc:sldMkLst>
          <pc:docMk/>
          <pc:sldMk cId="259830285" sldId="265"/>
        </pc:sldMkLst>
        <pc:spChg chg="mod">
          <ac:chgData name="Frommer, Ian Dr. (EDU)" userId="28ca3ff0-544f-450a-928b-99e19cf49b89" providerId="ADAL" clId="{FDDA6EB0-4FD6-4516-ACA5-A4CAC6441DA7}" dt="2026-02-18T16:57:01.265" v="3078" actId="1035"/>
          <ac:spMkLst>
            <pc:docMk/>
            <pc:sldMk cId="259830285" sldId="265"/>
            <ac:spMk id="2" creationId="{CAC40B34-2EB6-586B-613D-AB20ADE6C3BC}"/>
          </ac:spMkLst>
        </pc:spChg>
        <pc:spChg chg="mod">
          <ac:chgData name="Frommer, Ian Dr. (EDU)" userId="28ca3ff0-544f-450a-928b-99e19cf49b89" providerId="ADAL" clId="{FDDA6EB0-4FD6-4516-ACA5-A4CAC6441DA7}" dt="2026-02-18T18:36:45.288" v="4705" actId="20577"/>
          <ac:spMkLst>
            <pc:docMk/>
            <pc:sldMk cId="259830285" sldId="265"/>
            <ac:spMk id="3" creationId="{6D9C201E-E3CC-3BFE-7874-0E765D942C10}"/>
          </ac:spMkLst>
        </pc:spChg>
        <pc:picChg chg="add mod">
          <ac:chgData name="Frommer, Ian Dr. (EDU)" userId="28ca3ff0-544f-450a-928b-99e19cf49b89" providerId="ADAL" clId="{FDDA6EB0-4FD6-4516-ACA5-A4CAC6441DA7}" dt="2026-02-18T16:56:57.228" v="3070" actId="1036"/>
          <ac:picMkLst>
            <pc:docMk/>
            <pc:sldMk cId="259830285" sldId="265"/>
            <ac:picMk id="5" creationId="{15556249-679F-E62D-3E10-4A622AEF0BCA}"/>
          </ac:picMkLst>
        </pc:picChg>
        <pc:picChg chg="add mod">
          <ac:chgData name="Frommer, Ian Dr. (EDU)" userId="28ca3ff0-544f-450a-928b-99e19cf49b89" providerId="ADAL" clId="{FDDA6EB0-4FD6-4516-ACA5-A4CAC6441DA7}" dt="2026-02-18T16:56:57.228" v="3070" actId="1036"/>
          <ac:picMkLst>
            <pc:docMk/>
            <pc:sldMk cId="259830285" sldId="265"/>
            <ac:picMk id="7" creationId="{F5939491-A966-AE83-2C9F-02BCBE8DAAEB}"/>
          </ac:picMkLst>
        </pc:picChg>
        <pc:picChg chg="add mod modCrop">
          <ac:chgData name="Frommer, Ian Dr. (EDU)" userId="28ca3ff0-544f-450a-928b-99e19cf49b89" providerId="ADAL" clId="{FDDA6EB0-4FD6-4516-ACA5-A4CAC6441DA7}" dt="2026-02-18T16:56:57.228" v="3070" actId="1036"/>
          <ac:picMkLst>
            <pc:docMk/>
            <pc:sldMk cId="259830285" sldId="265"/>
            <ac:picMk id="9" creationId="{51DCE33A-E29E-F02C-5684-9F75EDE77B7F}"/>
          </ac:picMkLst>
        </pc:picChg>
        <pc:picChg chg="add mod modCrop">
          <ac:chgData name="Frommer, Ian Dr. (EDU)" userId="28ca3ff0-544f-450a-928b-99e19cf49b89" providerId="ADAL" clId="{FDDA6EB0-4FD6-4516-ACA5-A4CAC6441DA7}" dt="2026-02-18T16:56:57.228" v="3070" actId="1036"/>
          <ac:picMkLst>
            <pc:docMk/>
            <pc:sldMk cId="259830285" sldId="265"/>
            <ac:picMk id="10" creationId="{E29EA258-0125-00E6-D178-AB937658F87E}"/>
          </ac:picMkLst>
        </pc:picChg>
      </pc:sldChg>
      <pc:sldChg chg="modSp new mod modAnim">
        <pc:chgData name="Frommer, Ian Dr. (EDU)" userId="28ca3ff0-544f-450a-928b-99e19cf49b89" providerId="ADAL" clId="{FDDA6EB0-4FD6-4516-ACA5-A4CAC6441DA7}" dt="2026-02-18T16:52:01.943" v="2918"/>
        <pc:sldMkLst>
          <pc:docMk/>
          <pc:sldMk cId="2953153475" sldId="266"/>
        </pc:sldMkLst>
        <pc:spChg chg="mod">
          <ac:chgData name="Frommer, Ian Dr. (EDU)" userId="28ca3ff0-544f-450a-928b-99e19cf49b89" providerId="ADAL" clId="{FDDA6EB0-4FD6-4516-ACA5-A4CAC6441DA7}" dt="2026-02-18T16:51:26.525" v="2913" actId="14100"/>
          <ac:spMkLst>
            <pc:docMk/>
            <pc:sldMk cId="2953153475" sldId="266"/>
            <ac:spMk id="2" creationId="{E999BD9D-C9CA-ED07-DAA4-FBFCCE38C5DD}"/>
          </ac:spMkLst>
        </pc:spChg>
        <pc:spChg chg="mod">
          <ac:chgData name="Frommer, Ian Dr. (EDU)" userId="28ca3ff0-544f-450a-928b-99e19cf49b89" providerId="ADAL" clId="{FDDA6EB0-4FD6-4516-ACA5-A4CAC6441DA7}" dt="2026-02-18T16:51:23.169" v="2912" actId="14100"/>
          <ac:spMkLst>
            <pc:docMk/>
            <pc:sldMk cId="2953153475" sldId="266"/>
            <ac:spMk id="3" creationId="{67DAC240-BCCA-6E9B-89E7-A47B3A45A5F6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2-18T18:38:43.846" v="4739"/>
        <pc:sldMkLst>
          <pc:docMk/>
          <pc:sldMk cId="3210973178" sldId="267"/>
        </pc:sldMkLst>
        <pc:spChg chg="mod">
          <ac:chgData name="Frommer, Ian Dr. (EDU)" userId="28ca3ff0-544f-450a-928b-99e19cf49b89" providerId="ADAL" clId="{FDDA6EB0-4FD6-4516-ACA5-A4CAC6441DA7}" dt="2026-02-18T18:02:30.960" v="3486" actId="20577"/>
          <ac:spMkLst>
            <pc:docMk/>
            <pc:sldMk cId="3210973178" sldId="267"/>
            <ac:spMk id="2" creationId="{B1F5632D-C33A-4A7A-DFF1-2A0AFAB36F35}"/>
          </ac:spMkLst>
        </pc:spChg>
        <pc:spChg chg="mod">
          <ac:chgData name="Frommer, Ian Dr. (EDU)" userId="28ca3ff0-544f-450a-928b-99e19cf49b89" providerId="ADAL" clId="{FDDA6EB0-4FD6-4516-ACA5-A4CAC6441DA7}" dt="2026-02-18T18:38:35.912" v="4738" actId="113"/>
          <ac:spMkLst>
            <pc:docMk/>
            <pc:sldMk cId="3210973178" sldId="267"/>
            <ac:spMk id="3" creationId="{6903F2EA-37E6-ED1D-3CDB-CB97B365A105}"/>
          </ac:spMkLst>
        </pc:spChg>
        <pc:spChg chg="add mod">
          <ac:chgData name="Frommer, Ian Dr. (EDU)" userId="28ca3ff0-544f-450a-928b-99e19cf49b89" providerId="ADAL" clId="{FDDA6EB0-4FD6-4516-ACA5-A4CAC6441DA7}" dt="2026-02-18T18:05:12.272" v="3648" actId="208"/>
          <ac:spMkLst>
            <pc:docMk/>
            <pc:sldMk cId="3210973178" sldId="267"/>
            <ac:spMk id="5" creationId="{0C353CFC-5F0F-DC15-EB8B-23F5E30C44A5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2-18T18:39:38.539" v="4751"/>
        <pc:sldMkLst>
          <pc:docMk/>
          <pc:sldMk cId="1073197214" sldId="268"/>
        </pc:sldMkLst>
        <pc:spChg chg="mod">
          <ac:chgData name="Frommer, Ian Dr. (EDU)" userId="28ca3ff0-544f-450a-928b-99e19cf49b89" providerId="ADAL" clId="{FDDA6EB0-4FD6-4516-ACA5-A4CAC6441DA7}" dt="2026-02-18T18:09:15.131" v="3763"/>
          <ac:spMkLst>
            <pc:docMk/>
            <pc:sldMk cId="1073197214" sldId="268"/>
            <ac:spMk id="2" creationId="{15597554-193F-2D76-C9F0-DC1DF4C2C7FE}"/>
          </ac:spMkLst>
        </pc:spChg>
        <pc:spChg chg="mod">
          <ac:chgData name="Frommer, Ian Dr. (EDU)" userId="28ca3ff0-544f-450a-928b-99e19cf49b89" providerId="ADAL" clId="{FDDA6EB0-4FD6-4516-ACA5-A4CAC6441DA7}" dt="2026-02-18T18:39:19.043" v="4748" actId="20577"/>
          <ac:spMkLst>
            <pc:docMk/>
            <pc:sldMk cId="1073197214" sldId="268"/>
            <ac:spMk id="3" creationId="{A18BB182-F8EB-9C14-DFE7-911FEB023499}"/>
          </ac:spMkLst>
        </pc:spChg>
        <pc:spChg chg="add mod">
          <ac:chgData name="Frommer, Ian Dr. (EDU)" userId="28ca3ff0-544f-450a-928b-99e19cf49b89" providerId="ADAL" clId="{FDDA6EB0-4FD6-4516-ACA5-A4CAC6441DA7}" dt="2026-02-18T18:10:17.286" v="3841" actId="14100"/>
          <ac:spMkLst>
            <pc:docMk/>
            <pc:sldMk cId="1073197214" sldId="268"/>
            <ac:spMk id="5" creationId="{DB7AA4B9-7DD4-AA95-BEDA-92C821056E5A}"/>
          </ac:spMkLst>
        </pc:spChg>
        <pc:spChg chg="add mod">
          <ac:chgData name="Frommer, Ian Dr. (EDU)" userId="28ca3ff0-544f-450a-928b-99e19cf49b89" providerId="ADAL" clId="{FDDA6EB0-4FD6-4516-ACA5-A4CAC6441DA7}" dt="2026-02-18T18:39:03.516" v="4743" actId="403"/>
          <ac:spMkLst>
            <pc:docMk/>
            <pc:sldMk cId="1073197214" sldId="268"/>
            <ac:spMk id="7" creationId="{FF7313E9-7D00-56F8-9556-76E122D537FC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2-18T18:40:08.668" v="4755" actId="1035"/>
        <pc:sldMkLst>
          <pc:docMk/>
          <pc:sldMk cId="813168991" sldId="269"/>
        </pc:sldMkLst>
        <pc:spChg chg="mod">
          <ac:chgData name="Frommer, Ian Dr. (EDU)" userId="28ca3ff0-544f-450a-928b-99e19cf49b89" providerId="ADAL" clId="{FDDA6EB0-4FD6-4516-ACA5-A4CAC6441DA7}" dt="2026-02-18T18:12:23.331" v="3974" actId="1076"/>
          <ac:spMkLst>
            <pc:docMk/>
            <pc:sldMk cId="813168991" sldId="269"/>
            <ac:spMk id="2" creationId="{3293238C-1F52-9799-4F7E-9F1C0F6AD169}"/>
          </ac:spMkLst>
        </pc:spChg>
        <pc:picChg chg="add mod">
          <ac:chgData name="Frommer, Ian Dr. (EDU)" userId="28ca3ff0-544f-450a-928b-99e19cf49b89" providerId="ADAL" clId="{FDDA6EB0-4FD6-4516-ACA5-A4CAC6441DA7}" dt="2026-02-18T18:40:08.668" v="4755" actId="1035"/>
          <ac:picMkLst>
            <pc:docMk/>
            <pc:sldMk cId="813168991" sldId="269"/>
            <ac:picMk id="5" creationId="{ECAB9089-45FB-E6D7-10AA-A289DCE380B6}"/>
          </ac:picMkLst>
        </pc:picChg>
        <pc:picChg chg="add mod">
          <ac:chgData name="Frommer, Ian Dr. (EDU)" userId="28ca3ff0-544f-450a-928b-99e19cf49b89" providerId="ADAL" clId="{FDDA6EB0-4FD6-4516-ACA5-A4CAC6441DA7}" dt="2026-02-18T18:40:06.516" v="4753" actId="14100"/>
          <ac:picMkLst>
            <pc:docMk/>
            <pc:sldMk cId="813168991" sldId="269"/>
            <ac:picMk id="7" creationId="{CA2D3CD6-30B6-1252-0A23-9E0333285C74}"/>
          </ac:picMkLst>
        </pc:picChg>
      </pc:sldChg>
      <pc:sldChg chg="addSp delSp modSp new mod modAnim">
        <pc:chgData name="Frommer, Ian Dr. (EDU)" userId="28ca3ff0-544f-450a-928b-99e19cf49b89" providerId="ADAL" clId="{FDDA6EB0-4FD6-4516-ACA5-A4CAC6441DA7}" dt="2026-02-18T18:17:02.477" v="4186"/>
        <pc:sldMkLst>
          <pc:docMk/>
          <pc:sldMk cId="2967409330" sldId="270"/>
        </pc:sldMkLst>
        <pc:spChg chg="mod">
          <ac:chgData name="Frommer, Ian Dr. (EDU)" userId="28ca3ff0-544f-450a-928b-99e19cf49b89" providerId="ADAL" clId="{FDDA6EB0-4FD6-4516-ACA5-A4CAC6441DA7}" dt="2026-02-18T18:15:04.076" v="4034"/>
          <ac:spMkLst>
            <pc:docMk/>
            <pc:sldMk cId="2967409330" sldId="270"/>
            <ac:spMk id="2" creationId="{B658CC39-9261-8BDA-1C2A-6A7DF6A3554A}"/>
          </ac:spMkLst>
        </pc:spChg>
        <pc:spChg chg="del">
          <ac:chgData name="Frommer, Ian Dr. (EDU)" userId="28ca3ff0-544f-450a-928b-99e19cf49b89" providerId="ADAL" clId="{FDDA6EB0-4FD6-4516-ACA5-A4CAC6441DA7}" dt="2026-02-18T18:16:01.287" v="4087" actId="22"/>
          <ac:spMkLst>
            <pc:docMk/>
            <pc:sldMk cId="2967409330" sldId="270"/>
            <ac:spMk id="3" creationId="{670220E8-4124-57FD-0BE3-17B61ED6F538}"/>
          </ac:spMkLst>
        </pc:spChg>
        <pc:spChg chg="add del">
          <ac:chgData name="Frommer, Ian Dr. (EDU)" userId="28ca3ff0-544f-450a-928b-99e19cf49b89" providerId="ADAL" clId="{FDDA6EB0-4FD6-4516-ACA5-A4CAC6441DA7}" dt="2026-02-18T18:15:26.987" v="4038" actId="478"/>
          <ac:spMkLst>
            <pc:docMk/>
            <pc:sldMk cId="2967409330" sldId="270"/>
            <ac:spMk id="5" creationId="{C7A1A9C7-B62B-E43B-B4B3-0845D478BA79}"/>
          </ac:spMkLst>
        </pc:spChg>
        <pc:spChg chg="add mod">
          <ac:chgData name="Frommer, Ian Dr. (EDU)" userId="28ca3ff0-544f-450a-928b-99e19cf49b89" providerId="ADAL" clId="{FDDA6EB0-4FD6-4516-ACA5-A4CAC6441DA7}" dt="2026-02-18T18:16:19.014" v="4091" actId="13926"/>
          <ac:spMkLst>
            <pc:docMk/>
            <pc:sldMk cId="2967409330" sldId="270"/>
            <ac:spMk id="7" creationId="{A11B57BF-485E-CC1D-E373-93A42E85D305}"/>
          </ac:spMkLst>
        </pc:spChg>
        <pc:spChg chg="add mod">
          <ac:chgData name="Frommer, Ian Dr. (EDU)" userId="28ca3ff0-544f-450a-928b-99e19cf49b89" providerId="ADAL" clId="{FDDA6EB0-4FD6-4516-ACA5-A4CAC6441DA7}" dt="2026-02-18T18:16:56.379" v="4184" actId="1076"/>
          <ac:spMkLst>
            <pc:docMk/>
            <pc:sldMk cId="2967409330" sldId="270"/>
            <ac:spMk id="10" creationId="{C00058B1-8EF3-6DB6-8B38-4A4BF123C97A}"/>
          </ac:spMkLst>
        </pc:spChg>
        <pc:picChg chg="add mod ord">
          <ac:chgData name="Frommer, Ian Dr. (EDU)" userId="28ca3ff0-544f-450a-928b-99e19cf49b89" providerId="ADAL" clId="{FDDA6EB0-4FD6-4516-ACA5-A4CAC6441DA7}" dt="2026-02-18T18:16:09.241" v="4090" actId="1076"/>
          <ac:picMkLst>
            <pc:docMk/>
            <pc:sldMk cId="2967409330" sldId="270"/>
            <ac:picMk id="9" creationId="{96DCB6D6-125E-5290-1DE8-C2E060A74D4A}"/>
          </ac:picMkLst>
        </pc:picChg>
      </pc:sldChg>
      <pc:sldChg chg="addSp modSp new mod">
        <pc:chgData name="Frommer, Ian Dr. (EDU)" userId="28ca3ff0-544f-450a-928b-99e19cf49b89" providerId="ADAL" clId="{FDDA6EB0-4FD6-4516-ACA5-A4CAC6441DA7}" dt="2026-02-18T18:24:36.721" v="4387" actId="1582"/>
        <pc:sldMkLst>
          <pc:docMk/>
          <pc:sldMk cId="3397937576" sldId="271"/>
        </pc:sldMkLst>
        <pc:spChg chg="mod">
          <ac:chgData name="Frommer, Ian Dr. (EDU)" userId="28ca3ff0-544f-450a-928b-99e19cf49b89" providerId="ADAL" clId="{FDDA6EB0-4FD6-4516-ACA5-A4CAC6441DA7}" dt="2026-02-18T18:22:37.721" v="4232" actId="14100"/>
          <ac:spMkLst>
            <pc:docMk/>
            <pc:sldMk cId="3397937576" sldId="271"/>
            <ac:spMk id="2" creationId="{0D13C198-0F14-C44B-8618-369590A68C69}"/>
          </ac:spMkLst>
        </pc:spChg>
        <pc:spChg chg="mod">
          <ac:chgData name="Frommer, Ian Dr. (EDU)" userId="28ca3ff0-544f-450a-928b-99e19cf49b89" providerId="ADAL" clId="{FDDA6EB0-4FD6-4516-ACA5-A4CAC6441DA7}" dt="2026-02-18T18:24:05.033" v="4385" actId="20577"/>
          <ac:spMkLst>
            <pc:docMk/>
            <pc:sldMk cId="3397937576" sldId="271"/>
            <ac:spMk id="3" creationId="{C801CE0B-1D74-803E-FAFD-7055BF33D2D1}"/>
          </ac:spMkLst>
        </pc:spChg>
        <pc:spChg chg="add mod">
          <ac:chgData name="Frommer, Ian Dr. (EDU)" userId="28ca3ff0-544f-450a-928b-99e19cf49b89" providerId="ADAL" clId="{FDDA6EB0-4FD6-4516-ACA5-A4CAC6441DA7}" dt="2026-02-18T18:23:33.011" v="4294" actId="6549"/>
          <ac:spMkLst>
            <pc:docMk/>
            <pc:sldMk cId="3397937576" sldId="271"/>
            <ac:spMk id="5" creationId="{C20D7553-C623-60C6-0BFF-ED88171FCE0E}"/>
          </ac:spMkLst>
        </pc:spChg>
        <pc:cxnChg chg="add mod">
          <ac:chgData name="Frommer, Ian Dr. (EDU)" userId="28ca3ff0-544f-450a-928b-99e19cf49b89" providerId="ADAL" clId="{FDDA6EB0-4FD6-4516-ACA5-A4CAC6441DA7}" dt="2026-02-18T18:24:36.721" v="4387" actId="1582"/>
          <ac:cxnSpMkLst>
            <pc:docMk/>
            <pc:sldMk cId="3397937576" sldId="271"/>
            <ac:cxnSpMk id="7" creationId="{4FBD16B5-AC4E-40C2-EB91-098549903392}"/>
          </ac:cxnSpMkLst>
        </pc:cxnChg>
      </pc:sldChg>
      <pc:sldChg chg="addSp modSp new mod modAnim">
        <pc:chgData name="Frommer, Ian Dr. (EDU)" userId="28ca3ff0-544f-450a-928b-99e19cf49b89" providerId="ADAL" clId="{FDDA6EB0-4FD6-4516-ACA5-A4CAC6441DA7}" dt="2026-02-18T18:41:12.334" v="4760"/>
        <pc:sldMkLst>
          <pc:docMk/>
          <pc:sldMk cId="2267889448" sldId="272"/>
        </pc:sldMkLst>
        <pc:spChg chg="mod">
          <ac:chgData name="Frommer, Ian Dr. (EDU)" userId="28ca3ff0-544f-450a-928b-99e19cf49b89" providerId="ADAL" clId="{FDDA6EB0-4FD6-4516-ACA5-A4CAC6441DA7}" dt="2026-02-18T18:25:10.281" v="4426" actId="20577"/>
          <ac:spMkLst>
            <pc:docMk/>
            <pc:sldMk cId="2267889448" sldId="272"/>
            <ac:spMk id="2" creationId="{B8C2763A-1736-D6C5-6413-BAD642633B20}"/>
          </ac:spMkLst>
        </pc:spChg>
        <pc:spChg chg="mod">
          <ac:chgData name="Frommer, Ian Dr. (EDU)" userId="28ca3ff0-544f-450a-928b-99e19cf49b89" providerId="ADAL" clId="{FDDA6EB0-4FD6-4516-ACA5-A4CAC6441DA7}" dt="2026-02-18T18:34:21.381" v="4687" actId="20577"/>
          <ac:spMkLst>
            <pc:docMk/>
            <pc:sldMk cId="2267889448" sldId="272"/>
            <ac:spMk id="3" creationId="{D46DFCF3-090E-9F4E-EFD7-7581E75AC697}"/>
          </ac:spMkLst>
        </pc:spChg>
        <pc:spChg chg="add mod">
          <ac:chgData name="Frommer, Ian Dr. (EDU)" userId="28ca3ff0-544f-450a-928b-99e19cf49b89" providerId="ADAL" clId="{FDDA6EB0-4FD6-4516-ACA5-A4CAC6441DA7}" dt="2026-02-18T18:41:09.366" v="4759" actId="403"/>
          <ac:spMkLst>
            <pc:docMk/>
            <pc:sldMk cId="2267889448" sldId="272"/>
            <ac:spMk id="5" creationId="{DB728083-4829-6B28-578A-2B9554A38E2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B738-C83D-2245-3764-DCF21DFCE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34687-4A6C-5940-854A-85B6626E4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50A9B-1FA9-13B8-0BD1-9EADA800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7B15E-66BA-CC85-73EB-E78CDB25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7C5FF-D643-7A32-B503-64C2F2A81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9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4327-E978-A051-661C-C5007628A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5011D-1B0F-52D3-C5F5-0FAFDC073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9A8F4-2F54-9FE2-AAF8-44378F058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499DA-D702-4006-10FD-417F1B029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773C1-ABCB-96DA-29B6-DF5DF5A6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81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CD3D6-CC86-A94F-15D4-3F3B4D295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CF6B5-5325-AD3B-CB2E-DE824185D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3D43-629B-0CD7-6224-EA2AEF94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96594-AD18-603F-6E15-5B68278B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25792-0B61-826C-1A06-B705452F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78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AE64-02C7-5761-14AE-144B43A1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66BF5-D743-2C0B-E059-DB9DE2718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CD2CD-1B76-76CD-FEE0-E71A21376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B21E9-9030-B233-06CC-BB194546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6181E-72FC-C57E-8024-3BF3D73B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BAA8A-FEFE-36DC-845D-F97F5FDC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3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264F-1797-5F9A-92BA-F8FC0C63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AD078-036C-3A57-FA02-06DE9D25D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A723E-6AC0-1CAF-205F-2F71596D5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450A8-6DCA-B121-A4B3-78B8567CD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07220-6780-8894-092A-78BB13053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45F54C-21E2-39B7-CAE3-ACA3DF299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BE311A-4415-D68C-D90A-1496B7BAC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A1A84-895D-0C27-7DF5-16EC40E4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06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1161-6A4E-9B5D-CA76-71949E87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127A65-8CBD-FCA8-504C-0C68D39B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6D02F-F853-408B-CAEE-394A5089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98C701-9586-8F51-F835-61360A28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7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D05DB-30B4-3E35-EFDD-F4F0F108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0E09F-A361-6B6D-2A25-CA5368735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F1D77-9F21-8181-4CF9-EE2AA3C5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5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FD0B8-EDC5-3C47-D07C-E69867CF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4B152-70DA-24EC-1CD6-7BD616B0F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74D56-B0DF-0FB0-00ED-1199156CB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DE8E7-AFC2-9E46-5C63-F35C65F6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4EEB8-DAC2-72CA-143D-5930489B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73D86-79A5-323C-68B7-01CCFB34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2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8D82-7F01-BDF4-D12E-D673C9B3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27408A-1790-37B4-34C6-C431A0A15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E9CDD-BAA7-33C8-EE9F-53F4263C6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D23EC-A122-DE7D-8181-50551D5B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922D9-F8BE-FA30-D35F-4539574B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03DED-3472-28C1-543B-7CE3801F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82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83678-BA67-BE1D-3C42-C95DB1BE7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D3B94-F0D8-7AD8-053B-A135F5891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11D5A-2448-C2D1-297C-EB379ABF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EF30A-2B33-2372-1783-8E724793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AC81A-13D3-96C5-92AC-118FD516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0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40AB8B-EAA6-0FE9-A4B1-482154030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70B84-1D8D-2BC0-47E4-1ED03D3E7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85821-AA9E-18D5-BE1E-BFCE005C2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F912B-9453-403B-82CD-5E621C87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6C74E-31AF-9037-E170-0F905F13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5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9B7220-C9B5-BAA9-D89B-F019CDB0D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8D6D1-59B1-CEE2-5892-F9AB000E3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84AA6-7B43-F6DC-5EBF-401CAA21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4C3153-B772-4D28-8172-381456577C5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BE0D7-79A6-326E-E44B-AF58F64B4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2E9C-1C0F-1ACE-EBA9-A2196CE30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07A26-0DA8-44B3-8855-9BCE8EA5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32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77D1C-1E9E-2585-1F61-8F92826251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Automation using shell scripts and makefiles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CA8D8-3EC4-B064-C9B4-EC5AC2A1E6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90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1283-75B7-BC68-6D61-B1A0B34DC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531"/>
            <a:ext cx="10515600" cy="1325563"/>
          </a:xfrm>
        </p:spPr>
        <p:txBody>
          <a:bodyPr/>
          <a:lstStyle/>
          <a:p>
            <a:r>
              <a:rPr lang="en-US"/>
              <a:t>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1327B-7075-F248-BEE3-2F92F7415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8445500" cy="53847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So far in this course – </a:t>
            </a:r>
          </a:p>
          <a:p>
            <a:r>
              <a:rPr lang="en-US"/>
              <a:t>we’ve learned many tools to accomplish tasks in the terminal</a:t>
            </a:r>
          </a:p>
          <a:p>
            <a:r>
              <a:rPr lang="en-US"/>
              <a:t>we’ve run them manually by typing them one after another in a “work flow”</a:t>
            </a:r>
          </a:p>
          <a:p>
            <a:pPr marL="0" indent="0">
              <a:buNone/>
            </a:pPr>
            <a:r>
              <a:rPr lang="en-US" b="1"/>
              <a:t>Automation</a:t>
            </a:r>
            <a:r>
              <a:rPr lang="en-US"/>
              <a:t> – </a:t>
            </a:r>
          </a:p>
          <a:p>
            <a:r>
              <a:rPr lang="en-US"/>
              <a:t>put these commands together in scripts or using other tools to execute tasks automatically instead of manually</a:t>
            </a:r>
          </a:p>
          <a:p>
            <a:r>
              <a:rPr lang="en-US"/>
              <a:t>allows the workflow to be run </a:t>
            </a:r>
          </a:p>
          <a:p>
            <a:pPr lvl="1"/>
            <a:r>
              <a:rPr lang="en-US"/>
              <a:t>repeatedly, </a:t>
            </a:r>
          </a:p>
          <a:p>
            <a:pPr lvl="1"/>
            <a:r>
              <a:rPr lang="en-US"/>
              <a:t>consistently, and </a:t>
            </a:r>
          </a:p>
          <a:p>
            <a:pPr lvl="1"/>
            <a:r>
              <a:rPr lang="en-US"/>
              <a:t>with minimal human intervention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18EDAE-70BE-0E11-72A6-7AD7C248A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079" y="2973388"/>
            <a:ext cx="2915021" cy="348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3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13117-2B52-B966-0187-DF9165591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Automation using Shell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6642-05FB-5CE1-C4E6-A8ED3BD8B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shell scripts </a:t>
            </a:r>
            <a:r>
              <a:rPr lang="en-US"/>
              <a:t>= programs consisting of commands that can be run from the terminal</a:t>
            </a:r>
          </a:p>
          <a:p>
            <a:r>
              <a:rPr lang="en-US"/>
              <a:t>they can utilize:</a:t>
            </a:r>
          </a:p>
          <a:p>
            <a:pPr lvl="1"/>
            <a:r>
              <a:rPr lang="en-US"/>
              <a:t>properties from your environment (e.g. $HOME, $PATH, …)</a:t>
            </a:r>
          </a:p>
          <a:p>
            <a:pPr lvl="1"/>
            <a:r>
              <a:rPr lang="en-US"/>
              <a:t>many programming language structures (variables, loops, conditionals, etc.)</a:t>
            </a:r>
          </a:p>
          <a:p>
            <a:pPr lvl="1"/>
            <a:r>
              <a:rPr lang="en-US"/>
              <a:t>commands and tools you can access from the terminal (shell commands like cd, ls, etc.; programs like python, sqlite3; and more)</a:t>
            </a:r>
          </a:p>
        </p:txBody>
      </p:sp>
    </p:spTree>
    <p:extLst>
      <p:ext uri="{BB962C8B-B14F-4D97-AF65-F5344CB8AC3E}">
        <p14:creationId xmlns:p14="http://schemas.microsoft.com/office/powerpoint/2010/main" val="25916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207AB-F94B-D755-02DC-7A17D2CC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1815A-7651-2D51-95F0-6EE2D474C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100"/>
            <a:ext cx="10515600" cy="4614863"/>
          </a:xfrm>
        </p:spPr>
        <p:txBody>
          <a:bodyPr>
            <a:normAutofit/>
          </a:bodyPr>
          <a:lstStyle/>
          <a:p>
            <a:r>
              <a:rPr lang="en-US"/>
              <a:t>Create in a text editor or IDE (nano, Notepad, Spyder, Visual Studio Code, etc.)</a:t>
            </a:r>
          </a:p>
          <a:p>
            <a:r>
              <a:rPr lang="en-US"/>
              <a:t>Put the scripts in any folder of yours you would like, and name them what you would like.</a:t>
            </a:r>
          </a:p>
          <a:p>
            <a:r>
              <a:rPr lang="en-US"/>
              <a:t>Running scripts (suppose your script is named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myscript.sh</a:t>
            </a:r>
            <a:r>
              <a:rPr lang="en-US"/>
              <a:t>)</a:t>
            </a:r>
          </a:p>
          <a:p>
            <a:pPr lvl="1"/>
            <a:r>
              <a:rPr lang="en-US"/>
              <a:t>in Linux or Unix (usually)</a:t>
            </a:r>
          </a:p>
          <a:p>
            <a:pPr lvl="2"/>
            <a:r>
              <a:rPr lang="en-US"/>
              <a:t>type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sh myscript.sh </a:t>
            </a:r>
            <a:r>
              <a:rPr lang="en-US"/>
              <a:t>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bash myscript.sh</a:t>
            </a:r>
          </a:p>
          <a:p>
            <a:pPr lvl="2"/>
            <a:r>
              <a:rPr lang="en-US"/>
              <a:t>or of you chmod privileges, just type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myscript</a:t>
            </a:r>
          </a:p>
          <a:p>
            <a:pPr lvl="1"/>
            <a:r>
              <a:rPr lang="en-US"/>
              <a:t>in Git Bash</a:t>
            </a:r>
          </a:p>
          <a:p>
            <a:pPr lvl="2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./myscript.sh</a:t>
            </a:r>
          </a:p>
          <a:p>
            <a:pPr lvl="2"/>
            <a:r>
              <a:rPr lang="en-US"/>
              <a:t>no need to change privileges</a:t>
            </a:r>
          </a:p>
        </p:txBody>
      </p:sp>
    </p:spTree>
    <p:extLst>
      <p:ext uri="{BB962C8B-B14F-4D97-AF65-F5344CB8AC3E}">
        <p14:creationId xmlns:p14="http://schemas.microsoft.com/office/powerpoint/2010/main" val="188505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F4F8-956E-78E5-5697-C703DEFC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Shell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74883-86D3-01DE-DF62-806841A63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from HW 5, you should have had practice writing and running shell scripts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hello-world.sh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common.v1.sh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C9DDA-090E-17AD-AB15-CB6181528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902" y="2571630"/>
            <a:ext cx="3839111" cy="85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DBE445-DE57-C0DB-C198-60915D59F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787775"/>
            <a:ext cx="5310604" cy="29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6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752D-0A29-6636-A40E-B50CA883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61"/>
            <a:ext cx="10515600" cy="1325563"/>
          </a:xfrm>
        </p:spPr>
        <p:txBody>
          <a:bodyPr/>
          <a:lstStyle/>
          <a:p>
            <a:r>
              <a:rPr lang="en-US"/>
              <a:t>Shebangs      #!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F6DDB-A747-039D-E306-FEA0A09B8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224"/>
            <a:ext cx="10515600" cy="4719256"/>
          </a:xfrm>
        </p:spPr>
        <p:txBody>
          <a:bodyPr>
            <a:normAutofit/>
          </a:bodyPr>
          <a:lstStyle/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line of the shell script</a:t>
            </a:r>
          </a:p>
          <a:p>
            <a:r>
              <a:rPr lang="en-US"/>
              <a:t>tells terminal what program to use to interpret your script:  </a:t>
            </a:r>
          </a:p>
          <a:p>
            <a:pPr lvl="1"/>
            <a:r>
              <a:rPr lang="en-US"/>
              <a:t>shells (bash, csh, zsh, etc.)</a:t>
            </a:r>
          </a:p>
          <a:p>
            <a:pPr lvl="1"/>
            <a:r>
              <a:rPr lang="en-US"/>
              <a:t>programming languages (Python, Perl, Ruby, etc.)</a:t>
            </a:r>
          </a:p>
          <a:p>
            <a:pPr lvl="1"/>
            <a:r>
              <a:rPr lang="en-US"/>
              <a:t>other executable programs (e.g. awk, sed, sqlite3, etc.)</a:t>
            </a:r>
          </a:p>
          <a:p>
            <a:r>
              <a:rPr lang="en-US"/>
              <a:t>A shebang can use any executable program that is capable of interpreting the file as a script of instructions.</a:t>
            </a:r>
          </a:p>
          <a:p>
            <a:r>
              <a:rPr lang="en-US"/>
              <a:t>To find the shell interpreter (to put in the shebang line), type: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echo $SHELL</a:t>
            </a:r>
          </a:p>
          <a:p>
            <a:pPr marL="0" indent="0">
              <a:buNone/>
            </a:pPr>
            <a:r>
              <a:rPr lang="en-US"/>
              <a:t>	mine returned -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/usr/bin/bash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E15709-9C94-FB41-E4CD-663381AE7758}"/>
              </a:ext>
            </a:extLst>
          </p:cNvPr>
          <p:cNvSpPr txBox="1"/>
          <p:nvPr/>
        </p:nvSpPr>
        <p:spPr>
          <a:xfrm>
            <a:off x="185166" y="6311900"/>
            <a:ext cx="118849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/>
              <a:t> # is sometimes known as a “sharp” (think: music).  ! sometimes pronounced “bang!”.  So #! is sharp-bang or she-bang for short.</a:t>
            </a:r>
          </a:p>
        </p:txBody>
      </p:sp>
    </p:spTree>
    <p:extLst>
      <p:ext uri="{BB962C8B-B14F-4D97-AF65-F5344CB8AC3E}">
        <p14:creationId xmlns:p14="http://schemas.microsoft.com/office/powerpoint/2010/main" val="20579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BD9D-C9CA-ED07-DAA4-FBFCCE38C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771"/>
          </a:xfrm>
        </p:spPr>
        <p:txBody>
          <a:bodyPr/>
          <a:lstStyle/>
          <a:p>
            <a:r>
              <a:rPr lang="en-US"/>
              <a:t>shebang for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C240-BCCA-6E9B-89E7-A47B3A45A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6"/>
            <a:ext cx="10515600" cy="4947539"/>
          </a:xfrm>
        </p:spPr>
        <p:txBody>
          <a:bodyPr>
            <a:normAutofit/>
          </a:bodyPr>
          <a:lstStyle/>
          <a:p>
            <a:r>
              <a:rPr lang="en-US"/>
              <a:t>a shell script can consist entirely of Python</a:t>
            </a:r>
          </a:p>
          <a:p>
            <a:r>
              <a:rPr lang="en-US"/>
              <a:t>if so, you may need to alter the shebang path in your script to get it to work (assuming you set up Python within </a:t>
            </a:r>
            <a:r>
              <a:rPr lang="en-US" b="1"/>
              <a:t>Git Bash</a:t>
            </a:r>
            <a:r>
              <a:rPr lang="en-US"/>
              <a:t>), as follows: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/>
              <a:t>type: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conda activate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/>
              <a:t>type: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which python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/>
              <a:t>now set the path in the shebang (#!) line of your script to the path from step 2, no space in between</a:t>
            </a:r>
          </a:p>
          <a:p>
            <a:pPr marL="457200" lvl="1" indent="0">
              <a:buNone/>
            </a:pPr>
            <a:r>
              <a:rPr lang="en-US"/>
              <a:t>For example:</a:t>
            </a:r>
          </a:p>
          <a:p>
            <a:pPr marL="457200" lvl="1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#!/c/Users/ifrommer/.conda/envs/dst01/python</a:t>
            </a:r>
          </a:p>
          <a:p>
            <a:r>
              <a:rPr lang="en-US"/>
              <a:t>we will also see Python mixed with bash commands in a script</a:t>
            </a:r>
          </a:p>
        </p:txBody>
      </p:sp>
    </p:spTree>
    <p:extLst>
      <p:ext uri="{BB962C8B-B14F-4D97-AF65-F5344CB8AC3E}">
        <p14:creationId xmlns:p14="http://schemas.microsoft.com/office/powerpoint/2010/main" val="295315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0B34-2EB6-586B-613D-AB20ADE6C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593"/>
            <a:ext cx="10515600" cy="1124108"/>
          </a:xfrm>
        </p:spPr>
        <p:txBody>
          <a:bodyPr/>
          <a:lstStyle/>
          <a:p>
            <a:r>
              <a:rPr lang="en-US"/>
              <a:t>More basic shell script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C201E-E3CC-3BFE-7874-0E765D942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3110"/>
            <a:ext cx="10515600" cy="4872514"/>
          </a:xfrm>
        </p:spPr>
        <p:txBody>
          <a:bodyPr>
            <a:normAutofit/>
          </a:bodyPr>
          <a:lstStyle/>
          <a:p>
            <a:r>
              <a:rPr lang="en-US"/>
              <a:t>Get input from the user: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Pass in positional arguments:</a:t>
            </a:r>
          </a:p>
          <a:p>
            <a:pPr marL="0" indent="0"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$ ./myscript.sh CT 2025</a:t>
            </a:r>
          </a:p>
          <a:p>
            <a:pPr marL="0" indent="0"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argument #:          0	   1  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56249-679F-E62D-3E10-4A622AEF0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928" y="1615585"/>
            <a:ext cx="4001058" cy="1333686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939491-A966-AE83-2C9F-02BCBE8DA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170" y="1825164"/>
            <a:ext cx="2200582" cy="11241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DCE33A-E29E-F02C-5684-9F75EDE77B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344"/>
          <a:stretch>
            <a:fillRect/>
          </a:stretch>
        </p:blipFill>
        <p:spPr>
          <a:xfrm>
            <a:off x="569546" y="5151383"/>
            <a:ext cx="5526454" cy="685542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9EA258-0125-00E6-D178-AB937658F8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389"/>
          <a:stretch>
            <a:fillRect/>
          </a:stretch>
        </p:blipFill>
        <p:spPr>
          <a:xfrm>
            <a:off x="5827346" y="4776645"/>
            <a:ext cx="5526454" cy="1435018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983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9202-A48C-37E6-EAFB-FC5C7DA36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  <a:r>
              <a:rPr lang="en-US"/>
              <a:t> shell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DAEC4-99F3-8D1C-FA94-DFCAF141FA85}"/>
              </a:ext>
            </a:extLst>
          </p:cNvPr>
          <p:cNvSpPr txBox="1"/>
          <p:nvPr/>
        </p:nvSpPr>
        <p:spPr>
          <a:xfrm>
            <a:off x="2557272" y="1947672"/>
            <a:ext cx="7077456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#!/usr/bin/env sqlite3</a:t>
            </a:r>
          </a:p>
          <a:p>
            <a:endParaRPr 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CREATE TABLE test(x INT);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INSERT INTO test VALUES (1);</a:t>
            </a:r>
          </a:p>
          <a:p>
            <a:r>
              <a:rPr 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SELECT * FROM test;</a:t>
            </a:r>
          </a:p>
        </p:txBody>
      </p:sp>
    </p:spTree>
    <p:extLst>
      <p:ext uri="{BB962C8B-B14F-4D97-AF65-F5344CB8AC3E}">
        <p14:creationId xmlns:p14="http://schemas.microsoft.com/office/powerpoint/2010/main" val="181286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1F9E-0B10-1725-03B6-BCA46AC9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More Complex Shell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35F11-7F09-639E-10BF-1F3612000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Download several days of US COVID-19 data </a:t>
            </a:r>
          </a:p>
          <a:p>
            <a:r>
              <a:rPr lang="en-US"/>
              <a:t>Extract a particular state from each file</a:t>
            </a:r>
          </a:p>
          <a:p>
            <a:r>
              <a:rPr lang="en-US"/>
              <a:t>Combine in a new file</a:t>
            </a:r>
          </a:p>
          <a:p>
            <a:r>
              <a:rPr lang="en-US"/>
              <a:t>Plot the state’s data using Python</a:t>
            </a:r>
          </a:p>
          <a:p>
            <a:r>
              <a:rPr lang="en-US"/>
              <a:t>Save the figure to a file</a:t>
            </a:r>
          </a:p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Send a text when it’s done using twilio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We will build this up in stages.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1EF8E-0B00-BFBC-FCB0-3BCAD027D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675" y="1897378"/>
            <a:ext cx="4084325" cy="306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85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5632D-C33A-4A7A-DFF1-2A0AFAB3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3F2EA-37E6-ED1D-3CDB-CB97B365A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Create 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/>
              <a:t> directory</a:t>
            </a:r>
          </a:p>
          <a:p>
            <a:r>
              <a:rPr lang="en-US"/>
              <a:t>The shell script will</a:t>
            </a:r>
          </a:p>
          <a:p>
            <a:pPr lvl="1"/>
            <a:r>
              <a:rPr lang="en-US"/>
              <a:t>change into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/data/</a:t>
            </a:r>
          </a:p>
          <a:p>
            <a:pPr lvl="1"/>
            <a:r>
              <a:rPr lang="en-US"/>
              <a:t>download the files</a:t>
            </a:r>
          </a:p>
          <a:p>
            <a:pPr lvl="1"/>
            <a:r>
              <a:rPr lang="en-US"/>
              <a:t>change out of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/data/</a:t>
            </a:r>
          </a:p>
          <a:p>
            <a:pPr lvl="1"/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>
                <a:latin typeface="+mj-lt"/>
                <a:cs typeface="Courier New" panose="02070309020205020404" pitchFamily="49" charset="0"/>
              </a:rPr>
              <a:t>Let’s run this.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353CFC-5F0F-DC15-EB8B-23F5E30C44A5}"/>
              </a:ext>
            </a:extLst>
          </p:cNvPr>
          <p:cNvSpPr txBox="1"/>
          <p:nvPr/>
        </p:nvSpPr>
        <p:spPr>
          <a:xfrm>
            <a:off x="5392344" y="1176676"/>
            <a:ext cx="6645685" cy="53161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#!/usr/bin/env bash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Script to process covid data from the JHU CSSE repo using shell and python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v1 - download the data to a data folder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Download several files of covid data from the repo: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https://github.com/CSSEGISandData/COVID-19/tree/master/csse_covid_19_data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We will get the 10th of each month of 2021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This is the raw url stem: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https://raw.githubusercontent.com/CSSEGISandData/COVID-19/refs/heads/master/csse_covid_19_data/csse_covid_19_daily_reports_us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Store them in a data/ subdirectory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data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curl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-sO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https://raw.githubusercontent.com/CSSEGISandData/COVID-19/refs/heads/master/csse_covid_19_data/csse_covid_19_daily_reports_us/[01-12]-10-2021.csv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..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97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7554-193F-2D76-C9F0-DC1DF4C2C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BB182-F8EB-9C14-DFE7-911FEB023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992" y="1690688"/>
            <a:ext cx="5032248" cy="4351338"/>
          </a:xfrm>
        </p:spPr>
        <p:txBody>
          <a:bodyPr/>
          <a:lstStyle/>
          <a:p>
            <a:r>
              <a:rPr lang="en-US"/>
              <a:t>add </a:t>
            </a:r>
          </a:p>
          <a:p>
            <a:pPr lvl="1"/>
            <a:r>
              <a:rPr lang="en-US"/>
              <a:t>collect one state’s data in 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state.csv</a:t>
            </a:r>
            <a:r>
              <a:rPr lang="en-US"/>
              <a:t> file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csvcut</a:t>
            </a:r>
            <a:r>
              <a:rPr lang="en-US"/>
              <a:t> it</a:t>
            </a:r>
          </a:p>
          <a:p>
            <a:pPr lvl="1"/>
            <a:endParaRPr lang="en-US"/>
          </a:p>
          <a:p>
            <a:r>
              <a:rPr lang="en-US"/>
              <a:t>next time we will cover shell</a:t>
            </a:r>
          </a:p>
          <a:p>
            <a:pPr lvl="1"/>
            <a:r>
              <a:rPr lang="en-US"/>
              <a:t>variables</a:t>
            </a:r>
          </a:p>
          <a:p>
            <a:pPr lvl="1"/>
            <a:r>
              <a:rPr lang="en-US"/>
              <a:t>for loops and other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7AA4B9-7DD4-AA95-BEDA-92C821056E5A}"/>
              </a:ext>
            </a:extLst>
          </p:cNvPr>
          <p:cNvSpPr txBox="1"/>
          <p:nvPr/>
        </p:nvSpPr>
        <p:spPr>
          <a:xfrm>
            <a:off x="5349240" y="273685"/>
            <a:ext cx="6544818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600" b="0">
                <a:effectLst/>
                <a:latin typeface="+mj-lt"/>
              </a:rPr>
              <a:t>… beginning of the script the same as in Stage 1 …</a:t>
            </a:r>
          </a:p>
          <a:p>
            <a:pPr>
              <a:lnSpc>
                <a:spcPts val="1650"/>
              </a:lnSpc>
              <a:buNone/>
            </a:pPr>
            <a:endParaRPr lang="en-US" sz="1600" b="0">
              <a:effectLst/>
              <a:latin typeface="+mj-lt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curl -sO https://raw.githubusercontent.com/CSSEGISandData/COVID-19/refs/heads/master/csse_covid_19_data/csse_covid_19_daily_reports_us/[01-12]-10-2021.csv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"Connecticut"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state to filter for, e.g. "Connecticut"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Grab the first line of one of the files to get the header, and write it to the output file we will use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01-10-2021.csv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state.csv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Filter them down to desired state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*-2021.csv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do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echo $file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grep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$state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$file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state.csv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done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csvcut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-c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Date,Province_State,Confirmed,Deaths,Recovered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state.csv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state-trim.csv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cd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..</a:t>
            </a:r>
            <a:endParaRPr lang="en-US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313E9-7D00-56F8-9556-76E122D537FC}"/>
              </a:ext>
            </a:extLst>
          </p:cNvPr>
          <p:cNvSpPr txBox="1"/>
          <p:nvPr/>
        </p:nvSpPr>
        <p:spPr>
          <a:xfrm>
            <a:off x="651510" y="547547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>
                <a:latin typeface="+mj-lt"/>
                <a:cs typeface="Courier New" panose="02070309020205020404" pitchFamily="49" charset="0"/>
              </a:rPr>
              <a:t>Let’s run this.</a:t>
            </a:r>
          </a:p>
        </p:txBody>
      </p:sp>
    </p:spTree>
    <p:extLst>
      <p:ext uri="{BB962C8B-B14F-4D97-AF65-F5344CB8AC3E}">
        <p14:creationId xmlns:p14="http://schemas.microsoft.com/office/powerpoint/2010/main" val="107319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238C-1F52-9799-4F7E-9F1C0F6A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6" y="3222023"/>
            <a:ext cx="5364354" cy="1325563"/>
          </a:xfrm>
        </p:spPr>
        <p:txBody>
          <a:bodyPr/>
          <a:lstStyle/>
          <a:p>
            <a:r>
              <a:rPr lang="en-US"/>
              <a:t>Results from Stage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97BAF-8E53-ACCB-3547-09C20DEF9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B9089-45FB-E6D7-10AA-A289DCE38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21" y="162842"/>
            <a:ext cx="12192000" cy="2421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2D3CD6-30B6-1252-0A23-9E0333285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552" y="2961722"/>
            <a:ext cx="5364354" cy="371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6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CC39-9261-8BDA-1C2A-6A7DF6A3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 3 – add some Python to plot the data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6DCB6D6-125E-5290-1DE8-C2E060A74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5674" y="1838773"/>
            <a:ext cx="5016758" cy="3575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1B57BF-485E-CC1D-E373-93A42E85D305}"/>
              </a:ext>
            </a:extLst>
          </p:cNvPr>
          <p:cNvSpPr txBox="1"/>
          <p:nvPr/>
        </p:nvSpPr>
        <p:spPr>
          <a:xfrm>
            <a:off x="313182" y="2137381"/>
            <a:ext cx="6094476" cy="2713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We can develop this in Spyder if we prefer - </a:t>
            </a:r>
          </a:p>
          <a:p>
            <a:pPr>
              <a:lnSpc>
                <a:spcPts val="1650"/>
              </a:lnSpc>
              <a:buNone/>
            </a:pP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state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'Connecticut'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b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en-US" b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df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read_csv(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"data/</a:t>
            </a:r>
            <a:r>
              <a:rPr lang="en-US" b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state-trim.csv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parse_dates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"Date"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plot(df[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],df[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'Deaths'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title(f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'Covid Statistics in {state}'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ylabel(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'Deaths'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xlabel(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savefig(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'plot.png'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058B1-8EF3-6DB6-8B38-4A4BF123C97A}"/>
              </a:ext>
            </a:extLst>
          </p:cNvPr>
          <p:cNvSpPr txBox="1"/>
          <p:nvPr/>
        </p:nvSpPr>
        <p:spPr>
          <a:xfrm>
            <a:off x="1280160" y="5491368"/>
            <a:ext cx="904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Note – we are pointing to 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state-trim.csv </a:t>
            </a:r>
            <a:r>
              <a:rPr lang="en-US"/>
              <a:t>file we created earlier in the shell script.</a:t>
            </a:r>
          </a:p>
        </p:txBody>
      </p:sp>
    </p:spTree>
    <p:extLst>
      <p:ext uri="{BB962C8B-B14F-4D97-AF65-F5344CB8AC3E}">
        <p14:creationId xmlns:p14="http://schemas.microsoft.com/office/powerpoint/2010/main" val="296740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3C198-0F14-C44B-8618-369590A6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69408" cy="1325563"/>
          </a:xfrm>
        </p:spPr>
        <p:txBody>
          <a:bodyPr/>
          <a:lstStyle/>
          <a:p>
            <a:r>
              <a:rPr lang="en-US"/>
              <a:t>Stage 3 – Python in the shell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1CE0B-1D74-803E-FAFD-7055BF33D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28" y="2093975"/>
            <a:ext cx="5256277" cy="4055555"/>
          </a:xfrm>
        </p:spPr>
        <p:txBody>
          <a:bodyPr/>
          <a:lstStyle/>
          <a:p>
            <a:r>
              <a:rPr lang="en-US"/>
              <a:t>the shell calls Python</a:t>
            </a:r>
          </a:p>
          <a:p>
            <a:r>
              <a:rPr lang="en-US"/>
              <a:t>all lines between &lt;&lt;EOF and EOF are executed by Python</a:t>
            </a:r>
          </a:p>
          <a:p>
            <a:r>
              <a:rPr lang="en-US"/>
              <a:t>no need for a Python shebang in this script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0D7553-C623-60C6-0BFF-ED88171FCE0E}"/>
              </a:ext>
            </a:extLst>
          </p:cNvPr>
          <p:cNvSpPr txBox="1"/>
          <p:nvPr/>
        </p:nvSpPr>
        <p:spPr>
          <a:xfrm>
            <a:off x="6097524" y="328279"/>
            <a:ext cx="6094476" cy="6201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/>
              <a:t>… beginning of the script the same as in Stage 1 …</a:t>
            </a: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csvcut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-c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Date,Province_State,Confirmed,Deaths,Recovered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state.csv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state-trim.csv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run python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EOF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print("Hello from embedded Python")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import pandas as pd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import matplotlib.pyplot as plt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df = pd.read_csv("state-trim.csv", parse_dates=["Date"])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plt.plot(df['Date'],df['Deaths'])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state = "${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}"  # Shell variable substituted here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plt.title(f'Covid Statistics in {state}')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plt.ylabel('Deaths')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plt.xlabel('Date')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plt.savefig('plot.png')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EOF</a:t>
            </a: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"After Python"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plot.png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..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BD16B5-AC4E-40C2-EB91-098549903392}"/>
              </a:ext>
            </a:extLst>
          </p:cNvPr>
          <p:cNvCxnSpPr/>
          <p:nvPr/>
        </p:nvCxnSpPr>
        <p:spPr>
          <a:xfrm flipV="1">
            <a:off x="4261104" y="2240280"/>
            <a:ext cx="1636776" cy="9144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937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763A-1736-D6C5-6413-BAD64263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last change – use for any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DFCF3-090E-9F4E-EFD7-7581E75AC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will change this line: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state="Connecticut"  </a:t>
            </a:r>
          </a:p>
          <a:p>
            <a:pPr marL="0" indent="0">
              <a:buNone/>
            </a:pPr>
            <a:r>
              <a:rPr lang="en-US"/>
              <a:t>to this: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state=$1</a:t>
            </a:r>
          </a:p>
          <a:p>
            <a:pPr marL="0" indent="0">
              <a:buNone/>
            </a:pPr>
            <a:r>
              <a:rPr lang="en-US"/>
              <a:t>Recall from earlier example $1 means first argument passed in.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/>
              <a:t>Now we can run this script for any state.  (Use “” for multi-word state names, e.g.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./covid-3.sh “New York”</a:t>
            </a:r>
            <a:r>
              <a:rPr lang="en-US"/>
              <a:t>.)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728083-4829-6B28-578A-2B9554A38E2D}"/>
              </a:ext>
            </a:extLst>
          </p:cNvPr>
          <p:cNvSpPr txBox="1"/>
          <p:nvPr/>
        </p:nvSpPr>
        <p:spPr>
          <a:xfrm>
            <a:off x="3577590" y="5992297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>
                <a:latin typeface="+mj-lt"/>
                <a:cs typeface="Courier New" panose="02070309020205020404" pitchFamily="49" charset="0"/>
              </a:rPr>
              <a:t>Let’s run this.</a:t>
            </a:r>
          </a:p>
        </p:txBody>
      </p:sp>
    </p:spTree>
    <p:extLst>
      <p:ext uri="{BB962C8B-B14F-4D97-AF65-F5344CB8AC3E}">
        <p14:creationId xmlns:p14="http://schemas.microsoft.com/office/powerpoint/2010/main" val="226788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1399</Words>
  <Application>Microsoft Office PowerPoint</Application>
  <PresentationFormat>Widescreen</PresentationFormat>
  <Paragraphs>171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Courier New</vt:lpstr>
      <vt:lpstr>Office Theme</vt:lpstr>
      <vt:lpstr>Automation using shell scripts and makefiles</vt:lpstr>
      <vt:lpstr>Automation</vt:lpstr>
      <vt:lpstr>Automation using Shell Scripts</vt:lpstr>
      <vt:lpstr>Creating Scripts</vt:lpstr>
      <vt:lpstr>Example Shell Script</vt:lpstr>
      <vt:lpstr>Shebangs      #!</vt:lpstr>
      <vt:lpstr>shebang for Python</vt:lpstr>
      <vt:lpstr>More basic shell script examples</vt:lpstr>
      <vt:lpstr>sqlite3 shell script</vt:lpstr>
      <vt:lpstr>A More Complex Shell Script</vt:lpstr>
      <vt:lpstr>Stage 1</vt:lpstr>
      <vt:lpstr>Stage 2</vt:lpstr>
      <vt:lpstr>Results from Stage 2</vt:lpstr>
      <vt:lpstr>Stage 3 – add some Python to plot the data</vt:lpstr>
      <vt:lpstr>Stage 3 – Python in the shell script</vt:lpstr>
      <vt:lpstr>One last change – use for any state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2026-02-17T20:38:29Z</dcterms:created>
  <dcterms:modified xsi:type="dcterms:W3CDTF">2026-02-18T18:41:13Z</dcterms:modified>
</cp:coreProperties>
</file>