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70" r:id="rId3"/>
    <p:sldId id="257" r:id="rId4"/>
    <p:sldId id="271" r:id="rId5"/>
    <p:sldId id="268" r:id="rId6"/>
    <p:sldId id="269" r:id="rId7"/>
    <p:sldId id="258" r:id="rId8"/>
    <p:sldId id="259" r:id="rId9"/>
    <p:sldId id="272" r:id="rId10"/>
    <p:sldId id="273" r:id="rId11"/>
    <p:sldId id="260" r:id="rId12"/>
    <p:sldId id="267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8E9BC-3B35-4178-8AF6-5C22DEE450F8}" v="207" dt="2026-03-05T18:14:34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3-05T18:14:34.676" v="5644"/>
      <pc:docMkLst>
        <pc:docMk/>
      </pc:docMkLst>
      <pc:sldChg chg="modSp new mod">
        <pc:chgData name="Frommer, Ian Dr. (EDU)" userId="28ca3ff0-544f-450a-928b-99e19cf49b89" providerId="ADAL" clId="{FDDA6EB0-4FD6-4516-ACA5-A4CAC6441DA7}" dt="2026-02-24T19:37:48.991" v="2292" actId="403"/>
        <pc:sldMkLst>
          <pc:docMk/>
          <pc:sldMk cId="2123541109" sldId="256"/>
        </pc:sldMkLst>
        <pc:spChg chg="mod">
          <ac:chgData name="Frommer, Ian Dr. (EDU)" userId="28ca3ff0-544f-450a-928b-99e19cf49b89" providerId="ADAL" clId="{FDDA6EB0-4FD6-4516-ACA5-A4CAC6441DA7}" dt="2026-02-24T19:37:38.254" v="2283"/>
          <ac:spMkLst>
            <pc:docMk/>
            <pc:sldMk cId="2123541109" sldId="256"/>
            <ac:spMk id="2" creationId="{E566B8B2-005B-656F-955D-D510DA0A8C84}"/>
          </ac:spMkLst>
        </pc:spChg>
        <pc:spChg chg="mod">
          <ac:chgData name="Frommer, Ian Dr. (EDU)" userId="28ca3ff0-544f-450a-928b-99e19cf49b89" providerId="ADAL" clId="{FDDA6EB0-4FD6-4516-ACA5-A4CAC6441DA7}" dt="2026-02-24T19:37:48.991" v="2292" actId="403"/>
          <ac:spMkLst>
            <pc:docMk/>
            <pc:sldMk cId="2123541109" sldId="256"/>
            <ac:spMk id="3" creationId="{A36F4D86-586A-4C6B-5364-EAE123B0500C}"/>
          </ac:spMkLst>
        </pc:spChg>
      </pc:sldChg>
      <pc:sldChg chg="addSp delSp modSp new mod modAnim">
        <pc:chgData name="Frommer, Ian Dr. (EDU)" userId="28ca3ff0-544f-450a-928b-99e19cf49b89" providerId="ADAL" clId="{FDDA6EB0-4FD6-4516-ACA5-A4CAC6441DA7}" dt="2026-03-02T18:32:41.562" v="3242" actId="20577"/>
        <pc:sldMkLst>
          <pc:docMk/>
          <pc:sldMk cId="2352892969" sldId="257"/>
        </pc:sldMkLst>
        <pc:spChg chg="mod">
          <ac:chgData name="Frommer, Ian Dr. (EDU)" userId="28ca3ff0-544f-450a-928b-99e19cf49b89" providerId="ADAL" clId="{FDDA6EB0-4FD6-4516-ACA5-A4CAC6441DA7}" dt="2026-03-02T18:32:41.562" v="3242" actId="20577"/>
          <ac:spMkLst>
            <pc:docMk/>
            <pc:sldMk cId="2352892969" sldId="257"/>
            <ac:spMk id="2" creationId="{9A9F89E8-36EA-767E-D7F2-9A82678BA6A1}"/>
          </ac:spMkLst>
        </pc:spChg>
        <pc:spChg chg="mod">
          <ac:chgData name="Frommer, Ian Dr. (EDU)" userId="28ca3ff0-544f-450a-928b-99e19cf49b89" providerId="ADAL" clId="{FDDA6EB0-4FD6-4516-ACA5-A4CAC6441DA7}" dt="2026-03-02T18:27:45.197" v="3231" actId="20577"/>
          <ac:spMkLst>
            <pc:docMk/>
            <pc:sldMk cId="2352892969" sldId="257"/>
            <ac:spMk id="3" creationId="{E8744D90-668B-B656-9742-AB60BE22B9E6}"/>
          </ac:spMkLst>
        </pc:spChg>
        <pc:spChg chg="add mod">
          <ac:chgData name="Frommer, Ian Dr. (EDU)" userId="28ca3ff0-544f-450a-928b-99e19cf49b89" providerId="ADAL" clId="{FDDA6EB0-4FD6-4516-ACA5-A4CAC6441DA7}" dt="2026-03-02T18:20:27.482" v="3056" actId="20577"/>
          <ac:spMkLst>
            <pc:docMk/>
            <pc:sldMk cId="2352892969" sldId="257"/>
            <ac:spMk id="6" creationId="{B69D5247-01CE-BA5D-DE1D-182FD4A09AF9}"/>
          </ac:spMkLst>
        </pc:spChg>
        <pc:spChg chg="add mod">
          <ac:chgData name="Frommer, Ian Dr. (EDU)" userId="28ca3ff0-544f-450a-928b-99e19cf49b89" providerId="ADAL" clId="{FDDA6EB0-4FD6-4516-ACA5-A4CAC6441DA7}" dt="2026-03-02T18:20:24.273" v="3055" actId="1035"/>
          <ac:spMkLst>
            <pc:docMk/>
            <pc:sldMk cId="2352892969" sldId="257"/>
            <ac:spMk id="8" creationId="{3ED86AE7-89DE-A9BA-E634-90336EA40B81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3-02T19:10:00.398" v="4010" actId="14100"/>
        <pc:sldMkLst>
          <pc:docMk/>
          <pc:sldMk cId="4187992859" sldId="258"/>
        </pc:sldMkLst>
        <pc:spChg chg="mod">
          <ac:chgData name="Frommer, Ian Dr. (EDU)" userId="28ca3ff0-544f-450a-928b-99e19cf49b89" providerId="ADAL" clId="{FDDA6EB0-4FD6-4516-ACA5-A4CAC6441DA7}" dt="2026-03-02T18:55:03.049" v="3622" actId="20577"/>
          <ac:spMkLst>
            <pc:docMk/>
            <pc:sldMk cId="4187992859" sldId="258"/>
            <ac:spMk id="2" creationId="{A17CB8CE-6F2A-6905-CA68-435C01F4EB42}"/>
          </ac:spMkLst>
        </pc:spChg>
        <pc:spChg chg="mod">
          <ac:chgData name="Frommer, Ian Dr. (EDU)" userId="28ca3ff0-544f-450a-928b-99e19cf49b89" providerId="ADAL" clId="{FDDA6EB0-4FD6-4516-ACA5-A4CAC6441DA7}" dt="2026-03-02T19:10:00.398" v="4010" actId="14100"/>
          <ac:spMkLst>
            <pc:docMk/>
            <pc:sldMk cId="4187992859" sldId="258"/>
            <ac:spMk id="3" creationId="{3884A34D-32B3-9C09-2C13-7AB6027C2915}"/>
          </ac:spMkLst>
        </pc:spChg>
      </pc:sldChg>
      <pc:sldChg chg="addSp delSp modSp new mod modAnim">
        <pc:chgData name="Frommer, Ian Dr. (EDU)" userId="28ca3ff0-544f-450a-928b-99e19cf49b89" providerId="ADAL" clId="{FDDA6EB0-4FD6-4516-ACA5-A4CAC6441DA7}" dt="2026-03-05T18:12:43.745" v="5641" actId="2711"/>
        <pc:sldMkLst>
          <pc:docMk/>
          <pc:sldMk cId="500094520" sldId="259"/>
        </pc:sldMkLst>
        <pc:spChg chg="mod">
          <ac:chgData name="Frommer, Ian Dr. (EDU)" userId="28ca3ff0-544f-450a-928b-99e19cf49b89" providerId="ADAL" clId="{FDDA6EB0-4FD6-4516-ACA5-A4CAC6441DA7}" dt="2026-03-05T16:07:58.186" v="4325" actId="1035"/>
          <ac:spMkLst>
            <pc:docMk/>
            <pc:sldMk cId="500094520" sldId="259"/>
            <ac:spMk id="2" creationId="{AEC12070-FB16-B4B5-9ADD-F7A852077A0B}"/>
          </ac:spMkLst>
        </pc:spChg>
        <pc:spChg chg="mod">
          <ac:chgData name="Frommer, Ian Dr. (EDU)" userId="28ca3ff0-544f-450a-928b-99e19cf49b89" providerId="ADAL" clId="{FDDA6EB0-4FD6-4516-ACA5-A4CAC6441DA7}" dt="2026-03-05T18:12:43.745" v="5641" actId="2711"/>
          <ac:spMkLst>
            <pc:docMk/>
            <pc:sldMk cId="500094520" sldId="259"/>
            <ac:spMk id="3" creationId="{3AE7CB2B-E613-FA94-7055-122CCCA8FB4E}"/>
          </ac:spMkLst>
        </pc:spChg>
        <pc:spChg chg="add mod">
          <ac:chgData name="Frommer, Ian Dr. (EDU)" userId="28ca3ff0-544f-450a-928b-99e19cf49b89" providerId="ADAL" clId="{FDDA6EB0-4FD6-4516-ACA5-A4CAC6441DA7}" dt="2026-03-05T16:41:25.201" v="4862" actId="20577"/>
          <ac:spMkLst>
            <pc:docMk/>
            <pc:sldMk cId="500094520" sldId="259"/>
            <ac:spMk id="5" creationId="{3A577DCD-D4F1-C3B0-4B1E-FC70D3FAF793}"/>
          </ac:spMkLst>
        </pc:spChg>
        <pc:graphicFrameChg chg="add del mod">
          <ac:chgData name="Frommer, Ian Dr. (EDU)" userId="28ca3ff0-544f-450a-928b-99e19cf49b89" providerId="ADAL" clId="{FDDA6EB0-4FD6-4516-ACA5-A4CAC6441DA7}" dt="2026-03-05T16:38:07.577" v="4855" actId="478"/>
          <ac:graphicFrameMkLst>
            <pc:docMk/>
            <pc:sldMk cId="500094520" sldId="259"/>
            <ac:graphicFrameMk id="4" creationId="{2B660332-0CAE-813F-0DA3-FE28E89FDFF3}"/>
          </ac:graphicFrameMkLst>
        </pc:graphicFrameChg>
      </pc:sldChg>
      <pc:sldChg chg="addSp delSp modSp new mod ord modAnim">
        <pc:chgData name="Frommer, Ian Dr. (EDU)" userId="28ca3ff0-544f-450a-928b-99e19cf49b89" providerId="ADAL" clId="{FDDA6EB0-4FD6-4516-ACA5-A4CAC6441DA7}" dt="2026-03-05T18:09:55.365" v="5638" actId="6549"/>
        <pc:sldMkLst>
          <pc:docMk/>
          <pc:sldMk cId="1172357972" sldId="260"/>
        </pc:sldMkLst>
        <pc:spChg chg="mod">
          <ac:chgData name="Frommer, Ian Dr. (EDU)" userId="28ca3ff0-544f-450a-928b-99e19cf49b89" providerId="ADAL" clId="{FDDA6EB0-4FD6-4516-ACA5-A4CAC6441DA7}" dt="2026-03-05T18:09:20.823" v="5568" actId="20577"/>
          <ac:spMkLst>
            <pc:docMk/>
            <pc:sldMk cId="1172357972" sldId="260"/>
            <ac:spMk id="2" creationId="{90518817-475E-A534-0052-7D7894B119B7}"/>
          </ac:spMkLst>
        </pc:spChg>
        <pc:spChg chg="mod">
          <ac:chgData name="Frommer, Ian Dr. (EDU)" userId="28ca3ff0-544f-450a-928b-99e19cf49b89" providerId="ADAL" clId="{FDDA6EB0-4FD6-4516-ACA5-A4CAC6441DA7}" dt="2026-03-05T18:09:55.365" v="5638" actId="6549"/>
          <ac:spMkLst>
            <pc:docMk/>
            <pc:sldMk cId="1172357972" sldId="260"/>
            <ac:spMk id="3" creationId="{2F65C06B-ECDF-EB25-EF1C-CF7433DA7462}"/>
          </ac:spMkLst>
        </pc:spChg>
        <pc:graphicFrameChg chg="add del mod modGraphic">
          <ac:chgData name="Frommer, Ian Dr. (EDU)" userId="28ca3ff0-544f-450a-928b-99e19cf49b89" providerId="ADAL" clId="{FDDA6EB0-4FD6-4516-ACA5-A4CAC6441DA7}" dt="2026-03-05T16:56:51.104" v="4979" actId="478"/>
          <ac:graphicFrameMkLst>
            <pc:docMk/>
            <pc:sldMk cId="1172357972" sldId="260"/>
            <ac:graphicFrameMk id="4" creationId="{8B462A0A-B73E-1D01-68B8-18DBE1338DCA}"/>
          </ac:graphicFrameMkLst>
        </pc:graphicFrameChg>
      </pc:sldChg>
      <pc:sldChg chg="modSp new del mod ord">
        <pc:chgData name="Frommer, Ian Dr. (EDU)" userId="28ca3ff0-544f-450a-928b-99e19cf49b89" providerId="ADAL" clId="{FDDA6EB0-4FD6-4516-ACA5-A4CAC6441DA7}" dt="2026-03-05T16:46:28.853" v="4935" actId="2696"/>
        <pc:sldMkLst>
          <pc:docMk/>
          <pc:sldMk cId="4085676649" sldId="261"/>
        </pc:sldMkLst>
      </pc:sldChg>
      <pc:sldChg chg="addSp modSp new del mod">
        <pc:chgData name="Frommer, Ian Dr. (EDU)" userId="28ca3ff0-544f-450a-928b-99e19cf49b89" providerId="ADAL" clId="{FDDA6EB0-4FD6-4516-ACA5-A4CAC6441DA7}" dt="2026-03-05T16:46:01.756" v="4933" actId="2696"/>
        <pc:sldMkLst>
          <pc:docMk/>
          <pc:sldMk cId="224488573" sldId="262"/>
        </pc:sldMkLst>
      </pc:sldChg>
      <pc:sldChg chg="modSp add mod">
        <pc:chgData name="Frommer, Ian Dr. (EDU)" userId="28ca3ff0-544f-450a-928b-99e19cf49b89" providerId="ADAL" clId="{FDDA6EB0-4FD6-4516-ACA5-A4CAC6441DA7}" dt="2026-03-05T17:06:17.097" v="5089" actId="6549"/>
        <pc:sldMkLst>
          <pc:docMk/>
          <pc:sldMk cId="2612710448" sldId="264"/>
        </pc:sldMkLst>
        <pc:spChg chg="mod">
          <ac:chgData name="Frommer, Ian Dr. (EDU)" userId="28ca3ff0-544f-450a-928b-99e19cf49b89" providerId="ADAL" clId="{FDDA6EB0-4FD6-4516-ACA5-A4CAC6441DA7}" dt="2026-03-05T17:06:17.097" v="5089" actId="6549"/>
          <ac:spMkLst>
            <pc:docMk/>
            <pc:sldMk cId="2612710448" sldId="264"/>
            <ac:spMk id="3" creationId="{85BF6674-4201-035D-3842-1CFDC3952124}"/>
          </ac:spMkLst>
        </pc:spChg>
      </pc:sldChg>
      <pc:sldChg chg="addSp delSp modSp new del mod">
        <pc:chgData name="Frommer, Ian Dr. (EDU)" userId="28ca3ff0-544f-450a-928b-99e19cf49b89" providerId="ADAL" clId="{FDDA6EB0-4FD6-4516-ACA5-A4CAC6441DA7}" dt="2026-03-05T16:46:12.920" v="4934" actId="2696"/>
        <pc:sldMkLst>
          <pc:docMk/>
          <pc:sldMk cId="2931578458" sldId="265"/>
        </pc:sldMkLst>
      </pc:sldChg>
      <pc:sldChg chg="modSp new del mod">
        <pc:chgData name="Frommer, Ian Dr. (EDU)" userId="28ca3ff0-544f-450a-928b-99e19cf49b89" providerId="ADAL" clId="{FDDA6EB0-4FD6-4516-ACA5-A4CAC6441DA7}" dt="2026-03-05T16:46:12.920" v="4934" actId="2696"/>
        <pc:sldMkLst>
          <pc:docMk/>
          <pc:sldMk cId="3475656660" sldId="266"/>
        </pc:sldMkLst>
      </pc:sldChg>
      <pc:sldChg chg="addSp delSp modSp new mod modAnim">
        <pc:chgData name="Frommer, Ian Dr. (EDU)" userId="28ca3ff0-544f-450a-928b-99e19cf49b89" providerId="ADAL" clId="{FDDA6EB0-4FD6-4516-ACA5-A4CAC6441DA7}" dt="2026-03-05T18:14:34.676" v="5644"/>
        <pc:sldMkLst>
          <pc:docMk/>
          <pc:sldMk cId="3063114018" sldId="267"/>
        </pc:sldMkLst>
        <pc:spChg chg="mod">
          <ac:chgData name="Frommer, Ian Dr. (EDU)" userId="28ca3ff0-544f-450a-928b-99e19cf49b89" providerId="ADAL" clId="{FDDA6EB0-4FD6-4516-ACA5-A4CAC6441DA7}" dt="2026-03-05T18:14:16.145" v="5642" actId="2711"/>
          <ac:spMkLst>
            <pc:docMk/>
            <pc:sldMk cId="3063114018" sldId="267"/>
            <ac:spMk id="2" creationId="{3BD181C6-21F5-A3D5-5FDC-5BC34DD2EFF9}"/>
          </ac:spMkLst>
        </pc:spChg>
        <pc:spChg chg="add del mod">
          <ac:chgData name="Frommer, Ian Dr. (EDU)" userId="28ca3ff0-544f-450a-928b-99e19cf49b89" providerId="ADAL" clId="{FDDA6EB0-4FD6-4516-ACA5-A4CAC6441DA7}" dt="2026-03-05T16:30:46.230" v="4757"/>
          <ac:spMkLst>
            <pc:docMk/>
            <pc:sldMk cId="3063114018" sldId="267"/>
            <ac:spMk id="5" creationId="{53CD78E0-8707-22D9-BB30-A7B8B4F9772C}"/>
          </ac:spMkLst>
        </pc:spChg>
        <pc:spChg chg="add del mod">
          <ac:chgData name="Frommer, Ian Dr. (EDU)" userId="28ca3ff0-544f-450a-928b-99e19cf49b89" providerId="ADAL" clId="{FDDA6EB0-4FD6-4516-ACA5-A4CAC6441DA7}" dt="2026-03-05T17:53:56.115" v="5229" actId="20577"/>
          <ac:spMkLst>
            <pc:docMk/>
            <pc:sldMk cId="3063114018" sldId="267"/>
            <ac:spMk id="7" creationId="{304A2A15-57C4-7E31-674C-C287C4E71F5F}"/>
          </ac:spMkLst>
        </pc:spChg>
        <pc:spChg chg="add del mod">
          <ac:chgData name="Frommer, Ian Dr. (EDU)" userId="28ca3ff0-544f-450a-928b-99e19cf49b89" providerId="ADAL" clId="{FDDA6EB0-4FD6-4516-ACA5-A4CAC6441DA7}" dt="2026-03-05T16:32:02.584" v="4781" actId="21"/>
          <ac:spMkLst>
            <pc:docMk/>
            <pc:sldMk cId="3063114018" sldId="267"/>
            <ac:spMk id="10" creationId="{1F0BDA8D-96B1-83AB-CD24-471E8C3F6125}"/>
          </ac:spMkLst>
        </pc:spChg>
        <pc:spChg chg="add mod">
          <ac:chgData name="Frommer, Ian Dr. (EDU)" userId="28ca3ff0-544f-450a-928b-99e19cf49b89" providerId="ADAL" clId="{FDDA6EB0-4FD6-4516-ACA5-A4CAC6441DA7}" dt="2026-03-05T18:02:30.309" v="5456" actId="1076"/>
          <ac:spMkLst>
            <pc:docMk/>
            <pc:sldMk cId="3063114018" sldId="267"/>
            <ac:spMk id="12" creationId="{3C87D4C9-505B-3E5C-D092-0E2F466610B5}"/>
          </ac:spMkLst>
        </pc:spChg>
        <pc:spChg chg="add mod">
          <ac:chgData name="Frommer, Ian Dr. (EDU)" userId="28ca3ff0-544f-450a-928b-99e19cf49b89" providerId="ADAL" clId="{FDDA6EB0-4FD6-4516-ACA5-A4CAC6441DA7}" dt="2026-03-05T17:53:09.285" v="5213" actId="1076"/>
          <ac:spMkLst>
            <pc:docMk/>
            <pc:sldMk cId="3063114018" sldId="267"/>
            <ac:spMk id="14" creationId="{178361A2-90C5-F611-BDF3-EBC52C7CCAB1}"/>
          </ac:spMkLst>
        </pc:spChg>
        <pc:spChg chg="add mod">
          <ac:chgData name="Frommer, Ian Dr. (EDU)" userId="28ca3ff0-544f-450a-928b-99e19cf49b89" providerId="ADAL" clId="{FDDA6EB0-4FD6-4516-ACA5-A4CAC6441DA7}" dt="2026-03-05T18:04:18.295" v="5566" actId="2711"/>
          <ac:spMkLst>
            <pc:docMk/>
            <pc:sldMk cId="3063114018" sldId="267"/>
            <ac:spMk id="16" creationId="{C22745CC-816C-6D98-0860-FE74BA31724F}"/>
          </ac:spMkLst>
        </pc:spChg>
        <pc:graphicFrameChg chg="add del mod modGraphic">
          <ac:chgData name="Frommer, Ian Dr. (EDU)" userId="28ca3ff0-544f-450a-928b-99e19cf49b89" providerId="ADAL" clId="{FDDA6EB0-4FD6-4516-ACA5-A4CAC6441DA7}" dt="2026-03-05T16:15:19.161" v="4521" actId="21"/>
          <ac:graphicFrameMkLst>
            <pc:docMk/>
            <pc:sldMk cId="3063114018" sldId="267"/>
            <ac:graphicFrameMk id="4" creationId="{4683B2BA-85DF-19E1-0140-73AAAD5ADCBB}"/>
          </ac:graphicFrameMkLst>
        </pc:graphicFrameChg>
        <pc:graphicFrameChg chg="add del mod">
          <ac:chgData name="Frommer, Ian Dr. (EDU)" userId="28ca3ff0-544f-450a-928b-99e19cf49b89" providerId="ADAL" clId="{FDDA6EB0-4FD6-4516-ACA5-A4CAC6441DA7}" dt="2026-03-05T16:32:16.523" v="4785" actId="21"/>
          <ac:graphicFrameMkLst>
            <pc:docMk/>
            <pc:sldMk cId="3063114018" sldId="267"/>
            <ac:graphicFrameMk id="8" creationId="{4683B2BA-85DF-19E1-0140-73AAAD5ADCBB}"/>
          </ac:graphicFrameMkLst>
        </pc:graphicFrameChg>
      </pc:sldChg>
      <pc:sldChg chg="modSp new mod modAnim">
        <pc:chgData name="Frommer, Ian Dr. (EDU)" userId="28ca3ff0-544f-450a-928b-99e19cf49b89" providerId="ADAL" clId="{FDDA6EB0-4FD6-4516-ACA5-A4CAC6441DA7}" dt="2026-03-02T18:42:53.027" v="3420" actId="20577"/>
        <pc:sldMkLst>
          <pc:docMk/>
          <pc:sldMk cId="2563322512" sldId="268"/>
        </pc:sldMkLst>
        <pc:spChg chg="mod">
          <ac:chgData name="Frommer, Ian Dr. (EDU)" userId="28ca3ff0-544f-450a-928b-99e19cf49b89" providerId="ADAL" clId="{FDDA6EB0-4FD6-4516-ACA5-A4CAC6441DA7}" dt="2026-03-02T18:40:49.496" v="3401" actId="6549"/>
          <ac:spMkLst>
            <pc:docMk/>
            <pc:sldMk cId="2563322512" sldId="268"/>
            <ac:spMk id="2" creationId="{152FE00F-86FA-4770-5A43-5DC7507FF08B}"/>
          </ac:spMkLst>
        </pc:spChg>
        <pc:spChg chg="mod">
          <ac:chgData name="Frommer, Ian Dr. (EDU)" userId="28ca3ff0-544f-450a-928b-99e19cf49b89" providerId="ADAL" clId="{FDDA6EB0-4FD6-4516-ACA5-A4CAC6441DA7}" dt="2026-03-02T18:42:53.027" v="3420" actId="20577"/>
          <ac:spMkLst>
            <pc:docMk/>
            <pc:sldMk cId="2563322512" sldId="268"/>
            <ac:spMk id="3" creationId="{DAE167EB-FC2F-8C26-56D9-E8AE2927A834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3-02T18:51:55.352" v="3599" actId="20577"/>
        <pc:sldMkLst>
          <pc:docMk/>
          <pc:sldMk cId="3713975587" sldId="269"/>
        </pc:sldMkLst>
        <pc:spChg chg="mod">
          <ac:chgData name="Frommer, Ian Dr. (EDU)" userId="28ca3ff0-544f-450a-928b-99e19cf49b89" providerId="ADAL" clId="{FDDA6EB0-4FD6-4516-ACA5-A4CAC6441DA7}" dt="2026-03-02T18:44:41.228" v="3447" actId="20577"/>
          <ac:spMkLst>
            <pc:docMk/>
            <pc:sldMk cId="3713975587" sldId="269"/>
            <ac:spMk id="2" creationId="{1D0A3898-E65C-4448-8B2C-ECF595F96658}"/>
          </ac:spMkLst>
        </pc:spChg>
        <pc:spChg chg="mod">
          <ac:chgData name="Frommer, Ian Dr. (EDU)" userId="28ca3ff0-544f-450a-928b-99e19cf49b89" providerId="ADAL" clId="{FDDA6EB0-4FD6-4516-ACA5-A4CAC6441DA7}" dt="2026-03-02T18:51:55.352" v="3599" actId="20577"/>
          <ac:spMkLst>
            <pc:docMk/>
            <pc:sldMk cId="3713975587" sldId="269"/>
            <ac:spMk id="3" creationId="{A540212F-D559-5560-EAF1-768F9ACE8DE2}"/>
          </ac:spMkLst>
        </pc:spChg>
      </pc:sldChg>
      <pc:sldChg chg="addSp modSp new mod addAnim delAnim modAnim">
        <pc:chgData name="Frommer, Ian Dr. (EDU)" userId="28ca3ff0-544f-450a-928b-99e19cf49b89" providerId="ADAL" clId="{FDDA6EB0-4FD6-4516-ACA5-A4CAC6441DA7}" dt="2026-02-24T19:41:10.491" v="2368"/>
        <pc:sldMkLst>
          <pc:docMk/>
          <pc:sldMk cId="2138487751" sldId="270"/>
        </pc:sldMkLst>
        <pc:spChg chg="mod">
          <ac:chgData name="Frommer, Ian Dr. (EDU)" userId="28ca3ff0-544f-450a-928b-99e19cf49b89" providerId="ADAL" clId="{FDDA6EB0-4FD6-4516-ACA5-A4CAC6441DA7}" dt="2026-02-24T19:38:30.352" v="2318" actId="20577"/>
          <ac:spMkLst>
            <pc:docMk/>
            <pc:sldMk cId="2138487751" sldId="270"/>
            <ac:spMk id="2" creationId="{21BDDB1D-FBA0-AC77-281C-03F5C6443A89}"/>
          </ac:spMkLst>
        </pc:spChg>
        <pc:spChg chg="mod">
          <ac:chgData name="Frommer, Ian Dr. (EDU)" userId="28ca3ff0-544f-450a-928b-99e19cf49b89" providerId="ADAL" clId="{FDDA6EB0-4FD6-4516-ACA5-A4CAC6441DA7}" dt="2026-02-24T19:40:23.241" v="2361" actId="207"/>
          <ac:spMkLst>
            <pc:docMk/>
            <pc:sldMk cId="2138487751" sldId="270"/>
            <ac:spMk id="3" creationId="{45463722-C716-FA47-3E89-F5825207B35E}"/>
          </ac:spMkLst>
        </pc:spChg>
        <pc:spChg chg="add mod">
          <ac:chgData name="Frommer, Ian Dr. (EDU)" userId="28ca3ff0-544f-450a-928b-99e19cf49b89" providerId="ADAL" clId="{FDDA6EB0-4FD6-4516-ACA5-A4CAC6441DA7}" dt="2026-02-24T19:39:28.684" v="2322" actId="207"/>
          <ac:spMkLst>
            <pc:docMk/>
            <pc:sldMk cId="2138487751" sldId="270"/>
            <ac:spMk id="4" creationId="{B0A7371D-DFFB-9EAB-E79D-476B5B84DC57}"/>
          </ac:spMkLst>
        </pc:spChg>
        <pc:spChg chg="add mod">
          <ac:chgData name="Frommer, Ian Dr. (EDU)" userId="28ca3ff0-544f-450a-928b-99e19cf49b89" providerId="ADAL" clId="{FDDA6EB0-4FD6-4516-ACA5-A4CAC6441DA7}" dt="2026-02-24T19:40:30.516" v="2363" actId="1076"/>
          <ac:spMkLst>
            <pc:docMk/>
            <pc:sldMk cId="2138487751" sldId="270"/>
            <ac:spMk id="5" creationId="{07D01CDD-54E7-632F-E85B-3E9D523F8F99}"/>
          </ac:spMkLst>
        </pc:spChg>
        <pc:cxnChg chg="add mod">
          <ac:chgData name="Frommer, Ian Dr. (EDU)" userId="28ca3ff0-544f-450a-928b-99e19cf49b89" providerId="ADAL" clId="{FDDA6EB0-4FD6-4516-ACA5-A4CAC6441DA7}" dt="2026-02-24T19:40:54.201" v="2366" actId="1582"/>
          <ac:cxnSpMkLst>
            <pc:docMk/>
            <pc:sldMk cId="2138487751" sldId="270"/>
            <ac:cxnSpMk id="7" creationId="{F682B90E-A362-4FFB-19C2-A8F321042F6C}"/>
          </ac:cxnSpMkLst>
        </pc:cxnChg>
      </pc:sldChg>
      <pc:sldChg chg="modSp new mod modAnim">
        <pc:chgData name="Frommer, Ian Dr. (EDU)" userId="28ca3ff0-544f-450a-928b-99e19cf49b89" providerId="ADAL" clId="{FDDA6EB0-4FD6-4516-ACA5-A4CAC6441DA7}" dt="2026-03-02T18:26:58.151" v="3210"/>
        <pc:sldMkLst>
          <pc:docMk/>
          <pc:sldMk cId="796821152" sldId="271"/>
        </pc:sldMkLst>
        <pc:spChg chg="mod">
          <ac:chgData name="Frommer, Ian Dr. (EDU)" userId="28ca3ff0-544f-450a-928b-99e19cf49b89" providerId="ADAL" clId="{FDDA6EB0-4FD6-4516-ACA5-A4CAC6441DA7}" dt="2026-03-02T18:21:05.175" v="3097" actId="20577"/>
          <ac:spMkLst>
            <pc:docMk/>
            <pc:sldMk cId="796821152" sldId="271"/>
            <ac:spMk id="2" creationId="{34F5AD67-15C9-4C52-E285-2ABF2C9C4F21}"/>
          </ac:spMkLst>
        </pc:spChg>
        <pc:spChg chg="mod">
          <ac:chgData name="Frommer, Ian Dr. (EDU)" userId="28ca3ff0-544f-450a-928b-99e19cf49b89" providerId="ADAL" clId="{FDDA6EB0-4FD6-4516-ACA5-A4CAC6441DA7}" dt="2026-03-02T18:26:45.869" v="3208" actId="20577"/>
          <ac:spMkLst>
            <pc:docMk/>
            <pc:sldMk cId="796821152" sldId="271"/>
            <ac:spMk id="3" creationId="{367FE678-9425-0FB6-00B3-4DAB72CD33E9}"/>
          </ac:spMkLst>
        </pc:spChg>
      </pc:sldChg>
      <pc:sldChg chg="addSp delSp modSp add mod modAnim">
        <pc:chgData name="Frommer, Ian Dr. (EDU)" userId="28ca3ff0-544f-450a-928b-99e19cf49b89" providerId="ADAL" clId="{FDDA6EB0-4FD6-4516-ACA5-A4CAC6441DA7}" dt="2026-03-05T16:43:11.054" v="4873" actId="20577"/>
        <pc:sldMkLst>
          <pc:docMk/>
          <pc:sldMk cId="3525684309" sldId="272"/>
        </pc:sldMkLst>
        <pc:spChg chg="mod">
          <ac:chgData name="Frommer, Ian Dr. (EDU)" userId="28ca3ff0-544f-450a-928b-99e19cf49b89" providerId="ADAL" clId="{FDDA6EB0-4FD6-4516-ACA5-A4CAC6441DA7}" dt="2026-03-05T16:29:40.335" v="4746" actId="1076"/>
          <ac:spMkLst>
            <pc:docMk/>
            <pc:sldMk cId="3525684309" sldId="272"/>
            <ac:spMk id="2" creationId="{1D06AEF6-A9FA-2C4D-6FA9-93E633096E49}"/>
          </ac:spMkLst>
        </pc:spChg>
        <pc:spChg chg="mod">
          <ac:chgData name="Frommer, Ian Dr. (EDU)" userId="28ca3ff0-544f-450a-928b-99e19cf49b89" providerId="ADAL" clId="{FDDA6EB0-4FD6-4516-ACA5-A4CAC6441DA7}" dt="2026-03-05T16:43:11.054" v="4873" actId="20577"/>
          <ac:spMkLst>
            <pc:docMk/>
            <pc:sldMk cId="3525684309" sldId="272"/>
            <ac:spMk id="3" creationId="{1B13DE30-0830-1120-EB30-956A62A22EF4}"/>
          </ac:spMkLst>
        </pc:spChg>
        <pc:spChg chg="add mod">
          <ac:chgData name="Frommer, Ian Dr. (EDU)" userId="28ca3ff0-544f-450a-928b-99e19cf49b89" providerId="ADAL" clId="{FDDA6EB0-4FD6-4516-ACA5-A4CAC6441DA7}" dt="2026-03-05T16:23:50.939" v="4712"/>
          <ac:spMkLst>
            <pc:docMk/>
            <pc:sldMk cId="3525684309" sldId="272"/>
            <ac:spMk id="6" creationId="{501ABEC9-EAAC-B3BB-D4D9-FCC143C2DE12}"/>
          </ac:spMkLst>
        </pc:spChg>
        <pc:graphicFrameChg chg="add del mod">
          <ac:chgData name="Frommer, Ian Dr. (EDU)" userId="28ca3ff0-544f-450a-928b-99e19cf49b89" providerId="ADAL" clId="{FDDA6EB0-4FD6-4516-ACA5-A4CAC6441DA7}" dt="2026-03-05T16:29:26.642" v="4744" actId="21"/>
          <ac:graphicFrameMkLst>
            <pc:docMk/>
            <pc:sldMk cId="3525684309" sldId="272"/>
            <ac:graphicFrameMk id="4" creationId="{4683B2BA-85DF-19E1-0140-73AAAD5ADCBB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3-05T16:23:44.889" v="4711"/>
          <ac:graphicFrameMkLst>
            <pc:docMk/>
            <pc:sldMk cId="3525684309" sldId="272"/>
            <ac:graphicFrameMk id="5" creationId="{787ACCBD-00E8-74EA-15A3-68B8C5070F32}"/>
          </ac:graphicFrameMkLst>
        </pc:graphicFrameChg>
        <pc:picChg chg="add mod">
          <ac:chgData name="Frommer, Ian Dr. (EDU)" userId="28ca3ff0-544f-450a-928b-99e19cf49b89" providerId="ADAL" clId="{FDDA6EB0-4FD6-4516-ACA5-A4CAC6441DA7}" dt="2026-03-05T16:23:50.939" v="4712"/>
          <ac:picMkLst>
            <pc:docMk/>
            <pc:sldMk cId="3525684309" sldId="272"/>
            <ac:picMk id="1026" creationId="{F76DC5C4-2346-C78A-2C8D-40334B4A096E}"/>
          </ac:picMkLst>
        </pc:picChg>
      </pc:sldChg>
      <pc:sldChg chg="addSp modSp new mod ord">
        <pc:chgData name="Frommer, Ian Dr. (EDU)" userId="28ca3ff0-544f-450a-928b-99e19cf49b89" providerId="ADAL" clId="{FDDA6EB0-4FD6-4516-ACA5-A4CAC6441DA7}" dt="2026-03-05T16:44:13.516" v="4893" actId="1036"/>
        <pc:sldMkLst>
          <pc:docMk/>
          <pc:sldMk cId="672613682" sldId="273"/>
        </pc:sldMkLst>
        <pc:spChg chg="mod">
          <ac:chgData name="Frommer, Ian Dr. (EDU)" userId="28ca3ff0-544f-450a-928b-99e19cf49b89" providerId="ADAL" clId="{FDDA6EB0-4FD6-4516-ACA5-A4CAC6441DA7}" dt="2026-03-05T16:31:45.071" v="4777" actId="20577"/>
          <ac:spMkLst>
            <pc:docMk/>
            <pc:sldMk cId="672613682" sldId="273"/>
            <ac:spMk id="2" creationId="{FEC62C36-C908-504A-2A53-EF3EA762EE87}"/>
          </ac:spMkLst>
        </pc:spChg>
        <pc:spChg chg="mod">
          <ac:chgData name="Frommer, Ian Dr. (EDU)" userId="28ca3ff0-544f-450a-928b-99e19cf49b89" providerId="ADAL" clId="{FDDA6EB0-4FD6-4516-ACA5-A4CAC6441DA7}" dt="2026-03-05T16:43:29.548" v="4879" actId="20577"/>
          <ac:spMkLst>
            <pc:docMk/>
            <pc:sldMk cId="672613682" sldId="273"/>
            <ac:spMk id="3" creationId="{63D0588D-4A3D-E88E-97FF-E1F6BCE1E396}"/>
          </ac:spMkLst>
        </pc:spChg>
        <pc:spChg chg="add mod">
          <ac:chgData name="Frommer, Ian Dr. (EDU)" userId="28ca3ff0-544f-450a-928b-99e19cf49b89" providerId="ADAL" clId="{FDDA6EB0-4FD6-4516-ACA5-A4CAC6441DA7}" dt="2026-03-05T16:32:09.621" v="4783"/>
          <ac:spMkLst>
            <pc:docMk/>
            <pc:sldMk cId="672613682" sldId="273"/>
            <ac:spMk id="7" creationId="{304A2A15-57C4-7E31-674C-C287C4E71F5F}"/>
          </ac:spMkLst>
        </pc:spChg>
        <pc:graphicFrameChg chg="add mod modGraphic">
          <ac:chgData name="Frommer, Ian Dr. (EDU)" userId="28ca3ff0-544f-450a-928b-99e19cf49b89" providerId="ADAL" clId="{FDDA6EB0-4FD6-4516-ACA5-A4CAC6441DA7}" dt="2026-03-05T16:44:13.516" v="4893" actId="1036"/>
          <ac:graphicFrameMkLst>
            <pc:docMk/>
            <pc:sldMk cId="672613682" sldId="273"/>
            <ac:graphicFrameMk id="4" creationId="{4683B2BA-85DF-19E1-0140-73AAAD5ADCBB}"/>
          </ac:graphicFrameMkLst>
        </pc:graphicFrameChg>
        <pc:graphicFrameChg chg="add mod">
          <ac:chgData name="Frommer, Ian Dr. (EDU)" userId="28ca3ff0-544f-450a-928b-99e19cf49b89" providerId="ADAL" clId="{FDDA6EB0-4FD6-4516-ACA5-A4CAC6441DA7}" dt="2026-03-05T16:32:08.372" v="4782"/>
          <ac:graphicFrameMkLst>
            <pc:docMk/>
            <pc:sldMk cId="672613682" sldId="273"/>
            <ac:graphicFrameMk id="8" creationId="{4683B2BA-85DF-19E1-0140-73AAAD5ADCB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C3D1-F4DB-37C6-F553-EA09C9F35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3A4D5-6DB6-4976-9911-8F67F5337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22C47-9C66-D144-4302-9F88B4B83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7E0AC-B25A-12AF-0D58-A785E932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8F6C8-9CAD-3B85-7EE1-73057CD0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9F97-9579-8603-54F6-BF2DCA21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EA947-A896-496E-A656-CBCA40B6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5492-0D8E-B134-93DC-1C9D8F3B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D59C9-D40B-AAB1-D53D-B59845C2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61F10-1E49-B5FF-96AD-45D23BB6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4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1AC6-2660-FF80-4A71-E286A638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DE3D1-01E7-8A48-461A-2CA05589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C8E1F-D091-D9E8-0915-DDED0314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D35D-4937-3BAD-6029-5511B0D0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C63A-6E5D-824B-182F-5971A50D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5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160B-8785-68B7-0E78-904084A2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AFC6-0B20-D38B-3116-8AEA774FA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E57B9-4D94-D05A-A1D9-36F300A9C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A2C39-806C-9E7B-932E-06FE074B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FCE89-6298-2D23-5073-9C80E2C0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F35BF-56FA-E9B5-A848-27158556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0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B5D1-7FA1-E306-8092-70087CC2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FF538-D4C8-4FE7-E4DF-4AD0E05F4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28CF6-0CD7-A2FF-334F-75D7E29AF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5D0E9-A5A2-9B4B-064A-718E410A7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D3077-5C48-6CEA-A5C8-102E90258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B56C1-70E9-6020-E10F-151B8DFD6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C885F-D79A-3C04-CDDE-53618BD4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2E528-7D3B-EC25-D857-F01CA8F5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9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1C17-A0A3-0232-4A49-F88B4B31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E8EC2-BE26-E3B4-00F2-D48C5F26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3B276-5525-576C-62C0-3A41FFDF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63E8C-2E76-190C-E71D-86F0F877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4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EFE88-6880-5D88-10C9-64A5CE73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81114-EC38-1E46-A768-0F3C108B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D6FED-CDDF-5189-1637-EB92109E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46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896C-2CCB-17C2-E0F0-E118C33E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6427-31D4-1127-7F25-FAC3A1147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B6AE7-A489-2994-4F40-B5F6A2025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B899-8ADB-12A9-F21E-6CDC54C8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E40D9-6629-A959-53BC-2DF9FDA4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00123-C5DD-4D90-9491-FBBC203E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F59D1-1AF5-2E34-0286-030A7F7D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07B4B-D797-4D0E-A7F5-0EA640BB7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A97FA-5E87-1982-E2C1-72C0172D2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381F7-BDD1-BE8B-3111-75F55010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68AE3-D919-A548-3E44-18ACE7D5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BA256-79A9-BE84-594E-D80183301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3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9EA0-B68D-879A-455A-1F954859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7FB14-A610-5C77-3405-9402C2FA4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D3D9C-0468-6569-3A30-39493166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DCFBA-F3F6-E930-65A2-F0D5F5ED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324E-B47E-86C9-C29B-76149C44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9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19B95-17E0-C329-1A91-3A136F84F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CE448-0BF2-B6DD-82EE-3CC86165E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41C82-7917-FD11-94D1-8B4EAF57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605AD-E308-029D-7040-6AA2F5AD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E768-8E4C-ADE7-BC69-414CE8F0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7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5A3B9-78E8-19F5-E522-B5B02683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D819B-867B-44A3-8EE1-D69AB14CE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6D4A9-7AEC-A13C-65F5-2F98B0B6B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6A079-ED6D-416B-B480-F64017F466F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8F5F6-B8CA-C69F-B390-DDB89D603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621C9-EF54-B6C0-57A1-D6BCFE3A7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065D2-9688-4AC0-AE0F-81F4DE77C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1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ldp.org/LDP/abs/html/comparison-op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ldp.org/LDP/abs/html/testconstruct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tldp.org/LDP/abs/html/loops1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ssing.csail.mit.edu/2020/shell-tool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.bash.academy/" TargetMode="External"/><Relationship Id="rId2" Type="http://schemas.openxmlformats.org/officeDocument/2006/relationships/hyperlink" Target="https://tldp.org/LDP/abs/html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tK9Oc6AEnR4&amp;t=1545s" TargetMode="External"/><Relationship Id="rId4" Type="http://schemas.openxmlformats.org/officeDocument/2006/relationships/hyperlink" Target="https://missing.csail.mit.edu/2020/shell-too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B8B2-005B-656F-955D-D510DA0A8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Automation using shell scripts and makefiles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F4D86-586A-4C6B-5364-EAE123B05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Part II</a:t>
            </a:r>
          </a:p>
        </p:txBody>
      </p:sp>
    </p:spTree>
    <p:extLst>
      <p:ext uri="{BB962C8B-B14F-4D97-AF65-F5344CB8AC3E}">
        <p14:creationId xmlns:p14="http://schemas.microsoft.com/office/powerpoint/2010/main" val="212354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DB1D-FBA0-AC77-281C-03F5C644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from last time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3722-C716-FA47-3E89-F5825207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shell scripts </a:t>
            </a: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= programs consisting of commands that can be run from the terminal</a:t>
            </a:r>
          </a:p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they can utilize:</a:t>
            </a:r>
          </a:p>
          <a:p>
            <a:pPr lvl="1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properties from your environment (e.g. $HOME, $PATH, …)</a:t>
            </a:r>
          </a:p>
          <a:p>
            <a:pPr lvl="1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many programming language structures (variables, loops, conditionals, etc.)</a:t>
            </a:r>
          </a:p>
          <a:p>
            <a:pPr lvl="1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commands and tools you can access from the terminal (shell commands like cd, ls, etc.; programs like python, sqlite3; and more)</a:t>
            </a:r>
          </a:p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A7371D-DFFB-9EAB-E79D-476B5B84DC57}"/>
              </a:ext>
            </a:extLst>
          </p:cNvPr>
          <p:cNvSpPr/>
          <p:nvPr/>
        </p:nvSpPr>
        <p:spPr>
          <a:xfrm>
            <a:off x="1584960" y="3616960"/>
            <a:ext cx="9387840" cy="335280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01CDD-54E7-632F-E85B-3E9D523F8F99}"/>
              </a:ext>
            </a:extLst>
          </p:cNvPr>
          <p:cNvSpPr txBox="1"/>
          <p:nvPr/>
        </p:nvSpPr>
        <p:spPr>
          <a:xfrm>
            <a:off x="99060" y="4507964"/>
            <a:ext cx="1478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will explore some of this today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82B90E-A362-4FFB-19C2-A8F321042F6C}"/>
              </a:ext>
            </a:extLst>
          </p:cNvPr>
          <p:cNvCxnSpPr>
            <a:cxnSpLocks/>
          </p:cNvCxnSpPr>
          <p:nvPr/>
        </p:nvCxnSpPr>
        <p:spPr>
          <a:xfrm flipV="1">
            <a:off x="838199" y="3881120"/>
            <a:ext cx="431801" cy="49190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48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89E8-36EA-767E-D7F2-9A82678BA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495"/>
            <a:ext cx="10515600" cy="1325563"/>
          </a:xfrm>
        </p:spPr>
        <p:txBody>
          <a:bodyPr/>
          <a:lstStyle/>
          <a:p>
            <a:r>
              <a:rPr lang="en-US"/>
              <a:t>Shell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44D90-668B-B656-9742-AB60BE22B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60" y="1111046"/>
            <a:ext cx="10515600" cy="552572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Defining a variable: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x=3		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msg=“hello world”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u1=hi u2=lo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/>
              <a:t>Referring to variables – use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/>
              <a:t> in front: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$x</a:t>
            </a:r>
            <a:r>
              <a:rPr lang="en-US"/>
              <a:t>		 displays the value of the variable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0" indent="0">
              <a:buNone/>
            </a:pPr>
            <a:r>
              <a:rPr lang="en-US"/>
              <a:t>Recall:  What are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$1, $2</a:t>
            </a:r>
            <a:r>
              <a:rPr lang="en-US"/>
              <a:t>?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/>
              <a:t>Parameter expansion:</a:t>
            </a:r>
            <a:r>
              <a:rPr lang="en-US">
                <a:latin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state=“CT”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hello &gt; ${state}_cnt.txt</a:t>
            </a:r>
            <a:r>
              <a:rPr lang="en-US">
                <a:latin typeface="Calibri" panose="020F0502020204030204" pitchFamily="34" charset="0"/>
              </a:rPr>
              <a:t>	</a:t>
            </a: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</a:rPr>
              <a:t>	 “hello” gets written to CT_cnt.txt, works like a Python f string</a:t>
            </a: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</a:rPr>
              <a:t>	see </a:t>
            </a:r>
            <a:r>
              <a:rPr lang="en-US"/>
              <a:t>solution to the covid hw problem using this</a:t>
            </a:r>
            <a:endParaRPr lang="en-US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/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D5247-01CE-BA5D-DE1D-182FD4A09AF9}"/>
              </a:ext>
            </a:extLst>
          </p:cNvPr>
          <p:cNvSpPr txBox="1"/>
          <p:nvPr/>
        </p:nvSpPr>
        <p:spPr>
          <a:xfrm>
            <a:off x="4532852" y="1402060"/>
            <a:ext cx="765914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/>
              <a:t>note no spaces around the equals sign 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2000"/>
              <a:t>can define value inside single or double quotes (required if &gt; 1 word)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86AE7-89DE-A9BA-E634-90336EA40B81}"/>
              </a:ext>
            </a:extLst>
          </p:cNvPr>
          <p:cNvSpPr txBox="1"/>
          <p:nvPr/>
        </p:nvSpPr>
        <p:spPr>
          <a:xfrm>
            <a:off x="4562669" y="229818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can define &gt;1 per line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289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AD67-15C9-4C52-E285-2ABF2C9C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Quotation Marks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FE678-9425-0FB6-00B3-4DAB72CD3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u1=‘star’   	</a:t>
            </a:r>
            <a:endParaRPr lang="en-US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$u1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star			</a:t>
            </a:r>
            <a:r>
              <a:rPr lang="en-US">
                <a:cs typeface="Courier New" panose="02070309020205020404" pitchFamily="49" charset="0"/>
              </a:rPr>
              <a:t> # bash treats contents in single quotes literally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u2=“$u1”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$u2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star</a:t>
            </a:r>
            <a:r>
              <a:rPr lang="en-US"/>
              <a:t>		# here it interprets $u1 with substitution due to the double quotes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u3='$u1'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 echo $u3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$u1		</a:t>
            </a:r>
            <a:r>
              <a:rPr lang="en-US">
                <a:cs typeface="Courier New" panose="02070309020205020404" pitchFamily="49" charset="0"/>
              </a:rPr>
              <a:t># back to treating the contents literally due to the single quotes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2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E00F-86FA-4770-5A43-5DC7507F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7632"/>
          </a:xfrm>
        </p:spPr>
        <p:txBody>
          <a:bodyPr/>
          <a:lstStyle/>
          <a:p>
            <a:r>
              <a:rPr lang="en-US"/>
              <a:t>Math with Shell Variables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167EB-FC2F-8C26-56D9-E8AE2927A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371600"/>
            <a:ext cx="11549270" cy="5121275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/>
              <a:t>Use double-parentheses:</a:t>
            </a:r>
          </a:p>
          <a:p>
            <a:pPr marL="0" indent="0">
              <a:buNone/>
            </a:pPr>
            <a:r>
              <a:rPr lang="es-ES">
                <a:latin typeface="Courier New" panose="02070309020205020404" pitchFamily="49" charset="0"/>
                <a:cs typeface="Courier New" panose="02070309020205020404" pitchFamily="49" charset="0"/>
              </a:rPr>
              <a:t>x=10</a:t>
            </a:r>
          </a:p>
          <a:p>
            <a:pPr marL="0" indent="0">
              <a:buNone/>
            </a:pPr>
            <a:r>
              <a:rPr lang="es-ES">
                <a:latin typeface="Courier New" panose="02070309020205020404" pitchFamily="49" charset="0"/>
                <a:cs typeface="Courier New" panose="02070309020205020404" pitchFamily="49" charset="0"/>
              </a:rPr>
              <a:t>y=5</a:t>
            </a:r>
          </a:p>
          <a:p>
            <a:pPr marL="0" indent="0">
              <a:buNone/>
            </a:pPr>
            <a:r>
              <a:rPr lang="es-ES">
                <a:latin typeface="Courier New" panose="02070309020205020404" pitchFamily="49" charset="0"/>
                <a:cs typeface="Courier New" panose="02070309020205020404" pitchFamily="49" charset="0"/>
              </a:rPr>
              <a:t>echo $((x+y))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sum=$((x + y))</a:t>
            </a:r>
          </a:p>
          <a:p>
            <a:pPr marL="0" indent="0"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echo $((x * y))  </a:t>
            </a:r>
            <a:r>
              <a:rPr lang="es-ES" sz="2400">
                <a:cs typeface="Courier New" panose="02070309020205020404" pitchFamily="49" charset="0"/>
              </a:rPr>
              <a:t># Multiplication</a:t>
            </a:r>
          </a:p>
          <a:p>
            <a:pPr marL="0" indent="0"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echo $((x / y))  </a:t>
            </a:r>
            <a:r>
              <a:rPr lang="es-ES" sz="2400">
                <a:latin typeface="+mj-lt"/>
                <a:cs typeface="Courier New" panose="02070309020205020404" pitchFamily="49" charset="0"/>
              </a:rPr>
              <a:t># Division</a:t>
            </a:r>
          </a:p>
          <a:p>
            <a:pPr marL="0" indent="0">
              <a:buNone/>
            </a:pPr>
            <a:r>
              <a:rPr lang="es-ES" sz="2400">
                <a:latin typeface="Courier New" panose="02070309020205020404" pitchFamily="49" charset="0"/>
                <a:cs typeface="Courier New" panose="02070309020205020404" pitchFamily="49" charset="0"/>
              </a:rPr>
              <a:t>echo $((x % y))  </a:t>
            </a:r>
            <a:r>
              <a:rPr lang="es-ES" sz="2400">
                <a:latin typeface="+mj-lt"/>
                <a:cs typeface="Courier New" panose="02070309020205020404" pitchFamily="49" charset="0"/>
              </a:rPr>
              <a:t># Modulo</a:t>
            </a:r>
          </a:p>
          <a:p>
            <a:pPr marL="0" indent="0">
              <a:buNone/>
            </a:pPr>
            <a:endParaRPr lang="es-ES" sz="240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/>
              <a:t># Increment x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((x = x + 1))  </a:t>
            </a:r>
            <a:r>
              <a:rPr lang="en-US"/>
              <a:t>or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((x++))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# Let command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let sum=x+y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let "sum = x + y"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/>
              <a:t>Quotes above allow spaces)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2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3898-E65C-4448-8B2C-ECF595F9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on Shell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212F-D559-5560-EAF1-768F9ACE8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What do you think this does?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y=$(ls)    </a:t>
            </a:r>
            <a:r>
              <a:rPr lang="en-US">
                <a:latin typeface="+mj-lt"/>
                <a:cs typeface="Courier New" panose="02070309020205020404" pitchFamily="49" charset="0"/>
              </a:rPr>
              <a:t>#   I’m in my dst main directory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$y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ADMIN/   HW/   LEC/   QUIZZES/   README.md   REFERENCES/</a:t>
            </a:r>
          </a:p>
          <a:p>
            <a:pPr marL="0" indent="0">
              <a:buNone/>
            </a:pPr>
            <a:r>
              <a:rPr lang="en-US"/>
              <a:t>It captured the output of a shell command in a variable using $ and parentheses.</a:t>
            </a:r>
          </a:p>
          <a:p>
            <a:pPr marL="0" indent="0">
              <a:buNone/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Also “command substitution”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"Hi $(whoami)"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Hi IFrommer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B8CE-6F2A-6905-CA68-435C01F4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Shell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4A34D-32B3-9C09-2C13-7AB6027C2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9122" cy="4667250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$@</a:t>
            </a:r>
            <a:r>
              <a:rPr lang="en-US"/>
              <a:t> = all arguments (a container) </a:t>
            </a:r>
          </a:p>
          <a:p>
            <a:pPr marL="0" indent="0">
              <a:buNone/>
            </a:pPr>
            <a:r>
              <a:rPr lang="en-US"/>
              <a:t>	we would access this from within a shell script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$?</a:t>
            </a:r>
            <a:r>
              <a:rPr lang="en-US"/>
              <a:t> = error code for the most recent command, 0 means no error</a:t>
            </a:r>
          </a:p>
          <a:p>
            <a:endParaRPr lang="en-US"/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asdf   </a:t>
            </a:r>
            <a:r>
              <a:rPr lang="en-US">
                <a:latin typeface="+mj-lt"/>
                <a:cs typeface="Courier New" panose="02070309020205020404" pitchFamily="49" charset="0"/>
              </a:rPr>
              <a:t># type a meaningless command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$?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127     </a:t>
            </a:r>
            <a:r>
              <a:rPr lang="en-US"/>
              <a:t># this is the error code for “command not found”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Now check the error code again -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&gt; echo $?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0   		</a:t>
            </a:r>
            <a:r>
              <a:rPr lang="en-US"/>
              <a:t># understand what happened?  </a:t>
            </a:r>
          </a:p>
          <a:p>
            <a:pPr marL="0" indent="0">
              <a:buNone/>
            </a:pPr>
            <a:r>
              <a:rPr lang="en-US"/>
              <a:t>		#  It’s saying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echo $? </a:t>
            </a:r>
            <a:r>
              <a:rPr lang="en-US"/>
              <a:t>command that yielded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127 </a:t>
            </a:r>
            <a:r>
              <a:rPr lang="en-US"/>
              <a:t>produced no error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9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2070-FB16-B4B5-9ADD-F7A85207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512"/>
            <a:ext cx="10515600" cy="1325563"/>
          </a:xfrm>
        </p:spPr>
        <p:txBody>
          <a:bodyPr/>
          <a:lstStyle/>
          <a:p>
            <a:r>
              <a:rPr lang="en-US"/>
              <a:t>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CB2B-E613-FA94-7055-122CCCA8F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684"/>
            <a:ext cx="10515600" cy="50331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/>
              <a:t>Syntax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if &lt;condition&gt;; then 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&lt;commands&gt;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&lt;commands&gt;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</a:p>
          <a:p>
            <a:pPr marL="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Conditional test commands – 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 "$u1" = 10 ]</a:t>
            </a:r>
            <a:r>
              <a:rPr lang="en-US"/>
              <a:t>  or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[[ "$u1" = 10 ]]</a:t>
            </a:r>
            <a:r>
              <a:rPr lang="en-US"/>
              <a:t>  </a:t>
            </a:r>
          </a:p>
          <a:p>
            <a:pPr>
              <a:buFontTx/>
              <a:buChar char="-"/>
            </a:pPr>
            <a:r>
              <a:rPr lang="en-US"/>
              <a:t>note the white-space around variables is necessary</a:t>
            </a:r>
          </a:p>
          <a:p>
            <a:pPr>
              <a:buFontTx/>
              <a:buChar char="-"/>
            </a:pPr>
            <a:r>
              <a:rPr lang="en-US"/>
              <a:t>double brackets are preferred and safer but single are more backward compatible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[ "$u1“ ] – True</a:t>
            </a:r>
            <a:r>
              <a:rPr lang="en-US" sz="2400">
                <a:latin typeface="+mj-lt"/>
                <a:cs typeface="Courier New" panose="02070309020205020404" pitchFamily="49" charset="0"/>
              </a:rPr>
              <a:t> if arg exists</a:t>
            </a:r>
          </a:p>
          <a:p>
            <a:pPr marL="0" indent="0">
              <a:buNone/>
            </a:pPr>
            <a:endParaRPr 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77DCD-D4F1-C3B0-4B1E-FC70D3FAF793}"/>
              </a:ext>
            </a:extLst>
          </p:cNvPr>
          <p:cNvSpPr txBox="1"/>
          <p:nvPr/>
        </p:nvSpPr>
        <p:spPr>
          <a:xfrm>
            <a:off x="6096000" y="2348917"/>
            <a:ext cx="4784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note use of </a:t>
            </a:r>
            <a:r>
              <a:rPr lang="en-US" sz="2400" b="1"/>
              <a:t>; </a:t>
            </a:r>
            <a:r>
              <a:rPr lang="en-US"/>
              <a:t> to concat commands on one line</a:t>
            </a:r>
          </a:p>
        </p:txBody>
      </p:sp>
    </p:spTree>
    <p:extLst>
      <p:ext uri="{BB962C8B-B14F-4D97-AF65-F5344CB8AC3E}">
        <p14:creationId xmlns:p14="http://schemas.microsoft.com/office/powerpoint/2010/main" val="50009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F22E-7A41-8DF8-BA89-5F671D2A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AEF6-A9FA-2C4D-6FA9-93E63309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/>
              <a:t>Conditionals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3DE30-0830-1120-EB30-956A62A22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098927"/>
          </a:xfrm>
        </p:spPr>
        <p:txBody>
          <a:bodyPr>
            <a:normAutofit/>
          </a:bodyPr>
          <a:lstStyle/>
          <a:p>
            <a:r>
              <a:rPr lang="en-US"/>
              <a:t>What does this do: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[[ “$?” –ne 0]]</a:t>
            </a:r>
          </a:p>
          <a:p>
            <a:pPr marL="457200" lvl="1" indent="0">
              <a:buNone/>
            </a:pPr>
            <a:r>
              <a:rPr lang="en-US"/>
              <a:t>Ans: returns True if last command was an error</a:t>
            </a:r>
          </a:p>
          <a:p>
            <a:pPr marL="457200" lvl="1" indent="0">
              <a:buNone/>
            </a:pPr>
            <a:r>
              <a:rPr lang="en-US"/>
              <a:t> (i.e., does not have the no-error code of 0)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b="1"/>
              <a:t>integer comparison  </a:t>
            </a:r>
            <a:r>
              <a:rPr lang="en-US"/>
              <a:t>-eq, -ne, -gt, -ge, -lt, -le, </a:t>
            </a:r>
          </a:p>
          <a:p>
            <a:pPr marL="0" indent="0">
              <a:buNone/>
            </a:pPr>
            <a:r>
              <a:rPr lang="en-US"/>
              <a:t>	&lt;, &gt;,&lt;=,&gt;=  need double parentheses (("$a" &lt; "$b")), etc.</a:t>
            </a:r>
          </a:p>
          <a:p>
            <a:r>
              <a:rPr lang="en-US" b="1"/>
              <a:t>string comparison </a:t>
            </a:r>
            <a:r>
              <a:rPr lang="en-US"/>
              <a:t> = (e.g. if [ "$a" = "$b" ]), !=, </a:t>
            </a:r>
          </a:p>
          <a:p>
            <a:pPr marL="0" indent="0">
              <a:buNone/>
            </a:pPr>
            <a:r>
              <a:rPr lang="en-US"/>
              <a:t>	&lt; (ASCII alphabetical order), …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See this guide for comparison operators: </a:t>
            </a:r>
            <a:r>
              <a:rPr lang="en-US">
                <a:hlinkClick r:id="rId2"/>
              </a:rPr>
              <a:t>https://tldp.org/LDP/abs/html/comparison-ops.html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8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2C36-C908-504A-2A53-EF3EA762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Conditionals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588D-4A3D-E88E-97FF-E1F6BCE1E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1057"/>
            <a:ext cx="10515600" cy="1495906"/>
          </a:xfrm>
        </p:spPr>
        <p:txBody>
          <a:bodyPr/>
          <a:lstStyle/>
          <a:p>
            <a:r>
              <a:rPr lang="en-US"/>
              <a:t>See </a:t>
            </a:r>
            <a:r>
              <a:rPr lang="en-US">
                <a:hlinkClick r:id="rId2"/>
              </a:rPr>
              <a:t>https://tldp.org/LDP/abs/html/testconstructs.html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83B2BA-85DF-19E1-0140-73AAAD5ADC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480354"/>
              </p:ext>
            </p:extLst>
          </p:nvPr>
        </p:nvGraphicFramePr>
        <p:xfrm>
          <a:off x="709116" y="1606798"/>
          <a:ext cx="10644683" cy="2529840"/>
        </p:xfrm>
        <a:graphic>
          <a:graphicData uri="http://schemas.openxmlformats.org/drawingml/2006/table">
            <a:tbl>
              <a:tblPr/>
              <a:tblGrid>
                <a:gridCol w="1102906">
                  <a:extLst>
                    <a:ext uri="{9D8B030D-6E8A-4147-A177-3AD203B41FA5}">
                      <a16:colId xmlns:a16="http://schemas.microsoft.com/office/drawing/2014/main" val="1051120761"/>
                    </a:ext>
                  </a:extLst>
                </a:gridCol>
                <a:gridCol w="1098958">
                  <a:extLst>
                    <a:ext uri="{9D8B030D-6E8A-4147-A177-3AD203B41FA5}">
                      <a16:colId xmlns:a16="http://schemas.microsoft.com/office/drawing/2014/main" val="4013529495"/>
                    </a:ext>
                  </a:extLst>
                </a:gridCol>
                <a:gridCol w="1895912">
                  <a:extLst>
                    <a:ext uri="{9D8B030D-6E8A-4147-A177-3AD203B41FA5}">
                      <a16:colId xmlns:a16="http://schemas.microsoft.com/office/drawing/2014/main" val="3887168331"/>
                    </a:ext>
                  </a:extLst>
                </a:gridCol>
                <a:gridCol w="6546907">
                  <a:extLst>
                    <a:ext uri="{9D8B030D-6E8A-4147-A177-3AD203B41FA5}">
                      <a16:colId xmlns:a16="http://schemas.microsoft.com/office/drawing/2014/main" val="1861397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</a:rPr>
                        <a:t>meaning</a:t>
                      </a: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</a:rPr>
                        <a:t>interpretation</a:t>
                      </a: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117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||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or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true || echo 'x'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no output, it's like saying do first thing or if that fails do the 2nd thing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1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false || echo 'x'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x is displayed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497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endParaRPr lang="en-US" sz="18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15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&amp;&amp;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and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true &amp;&amp; echo 'x'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x is displayed, it means do 1st thing and if that worked then do 2nd thing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7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false &amp;&amp; echo'x'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x not displayed, don't do 2nd thing since 1st one failed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71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61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8817-475E-A534-0052-7D7894B11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933700" cy="482600"/>
          </a:xfrm>
        </p:spPr>
        <p:txBody>
          <a:bodyPr>
            <a:normAutofit fontScale="90000"/>
          </a:bodyPr>
          <a:lstStyle/>
          <a:p>
            <a:r>
              <a:rPr lang="en-US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5C06B-ECDF-EB25-EF1C-CF7433DA7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51" y="1001758"/>
            <a:ext cx="11782697" cy="4867820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 in [</a:t>
            </a: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i="1">
                <a:latin typeface="Courier New" panose="02070309020205020404" pitchFamily="49" charset="0"/>
                <a:cs typeface="Courier New" panose="02070309020205020404" pitchFamily="49" charset="0"/>
              </a:rPr>
              <a:t> command(s)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</a:p>
          <a:p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u="sng">
                <a:cs typeface="Courier New" panose="02070309020205020404" pitchFamily="49" charset="0"/>
              </a:rPr>
              <a:t>from our covid script</a:t>
            </a:r>
          </a:p>
          <a:p>
            <a:pPr>
              <a:lnSpc>
                <a:spcPts val="165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sz="20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0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*-2021.csv</a:t>
            </a:r>
            <a:endParaRPr lang="en-US" sz="2000">
              <a:solidFill>
                <a:srgbClr val="3B3B3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	</a:t>
            </a:r>
            <a:endParaRPr lang="en-US" sz="2000">
              <a:solidFill>
                <a:srgbClr val="3B3B3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0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1800">
                <a:solidFill>
                  <a:srgbClr val="795E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18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>
                <a:solidFill>
                  <a:srgbClr val="001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$state</a:t>
            </a:r>
            <a:r>
              <a:rPr lang="en-US" sz="18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>
                <a:solidFill>
                  <a:srgbClr val="001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$file</a:t>
            </a:r>
            <a:r>
              <a:rPr lang="en-US" sz="18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1800">
                <a:solidFill>
                  <a:srgbClr val="3B3B3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state.csv</a:t>
            </a:r>
            <a:endParaRPr lang="en-US" sz="2000">
              <a:solidFill>
                <a:srgbClr val="3B3B3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</a:p>
          <a:p>
            <a:pPr>
              <a:lnSpc>
                <a:spcPts val="1650"/>
              </a:lnSpc>
              <a:buNone/>
            </a:pPr>
            <a:endParaRPr lang="en-US" sz="2000">
              <a:solidFill>
                <a:srgbClr val="AF00D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ctr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ctr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ctr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ctr">
              <a:buNone/>
            </a:pPr>
            <a:r>
              <a:rPr lang="en-US" sz="2000">
                <a:cs typeface="Courier New" panose="02070309020205020404" pitchFamily="49" charset="0"/>
              </a:rPr>
              <a:t>See </a:t>
            </a:r>
            <a:r>
              <a:rPr lang="en-US" sz="2000">
                <a:cs typeface="Courier New" panose="02070309020205020404" pitchFamily="49" charset="0"/>
                <a:hlinkClick r:id="rId2"/>
              </a:rPr>
              <a:t>https://tldp.org/LDP/abs/html/loops1.html</a:t>
            </a:r>
            <a:endParaRPr lang="en-US" sz="2000">
              <a:cs typeface="Courier New" panose="02070309020205020404" pitchFamily="49" charset="0"/>
            </a:endParaRPr>
          </a:p>
          <a:p>
            <a:pPr marL="0" indent="0" fontAlgn="ctr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>
                <a:latin typeface="+mj-lt"/>
                <a:cs typeface="Courier New" panose="02070309020205020404" pitchFamily="49" charset="0"/>
              </a:rPr>
              <a:t> loops exist in shells scripting as well</a:t>
            </a:r>
          </a:p>
          <a:p>
            <a:pPr marL="0" indent="0" fontAlgn="ctr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for file in *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echo $file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mv $file $file.old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</a:p>
          <a:p>
            <a:pPr>
              <a:buNone/>
            </a:pPr>
            <a:endParaRPr lang="en-US" sz="200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</a:rPr>
              <a:t># Listing the planets.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</a:rPr>
              <a:t>for planet in Mercury Venus Earth Mars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</a:rPr>
              <a:t>do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</a:rPr>
              <a:t>  echo $planet  # Each on own line</a:t>
            </a:r>
          </a:p>
          <a:p>
            <a:pPr>
              <a:buNone/>
            </a:pPr>
            <a:r>
              <a:rPr lang="en-US" sz="2000">
                <a:latin typeface="Courier New" panose="02070309020205020404" pitchFamily="49" charset="0"/>
              </a:rPr>
              <a:t>done</a:t>
            </a:r>
          </a:p>
          <a:p>
            <a:pPr marL="0" indent="0">
              <a:buNone/>
            </a:pP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650"/>
              </a:lnSpc>
              <a:buNone/>
            </a:pPr>
            <a:endParaRPr lang="en-US" sz="2000">
              <a:solidFill>
                <a:srgbClr val="3B3B3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35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81C6-21F5-A3D5-5FDC-5BC34DD2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39"/>
            <a:ext cx="10515600" cy="1325563"/>
          </a:xfrm>
        </p:spPr>
        <p:txBody>
          <a:bodyPr/>
          <a:lstStyle/>
          <a:p>
            <a:r>
              <a:rPr lang="en-US"/>
              <a:t>Example script 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/>
              <a:t> 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4A2A15-57C4-7E31-674C-C287C4E71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8392" y="1731776"/>
            <a:ext cx="3597729" cy="41669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u="sng"/>
          </a:p>
          <a:p>
            <a:pPr marL="0" indent="0">
              <a:buNone/>
            </a:pPr>
            <a:r>
              <a:rPr lang="en-US" sz="2400" u="sng"/>
              <a:t>what it does</a:t>
            </a:r>
            <a:r>
              <a:rPr lang="en-US" sz="2400"/>
              <a:t>:</a:t>
            </a:r>
          </a:p>
          <a:p>
            <a:r>
              <a:rPr lang="en-US" sz="2400"/>
              <a:t>looks through the files passed in as arguments</a:t>
            </a:r>
          </a:p>
          <a:p>
            <a:r>
              <a:rPr lang="en-US" sz="2400"/>
              <a:t>if the file does not have the word “foobar” in it:</a:t>
            </a:r>
          </a:p>
          <a:p>
            <a:pPr lvl="1"/>
            <a:r>
              <a:rPr lang="en-US" sz="2000"/>
              <a:t>report that </a:t>
            </a:r>
          </a:p>
          <a:p>
            <a:pPr lvl="1"/>
            <a:r>
              <a:rPr lang="en-US" sz="2000"/>
              <a:t>append “# foobar” to it</a:t>
            </a: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7D4C9-505B-3E5C-D092-0E2F466610B5}"/>
              </a:ext>
            </a:extLst>
          </p:cNvPr>
          <p:cNvSpPr txBox="1"/>
          <p:nvPr/>
        </p:nvSpPr>
        <p:spPr>
          <a:xfrm>
            <a:off x="225879" y="1326737"/>
            <a:ext cx="8333693" cy="3585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#!/bin/bash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"Starting program at $(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Date will be substituted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"Running program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$0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$#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arguments with pid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$$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$@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grep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foobar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$file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/dev/null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/dev/null  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# see note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[[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$?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-ne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]];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then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"File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$file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does not have any foobar, adding one"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 foobar"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$file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done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361A2-90C5-F611-BDF3-EBC52C7CCAB1}"/>
              </a:ext>
            </a:extLst>
          </p:cNvPr>
          <p:cNvSpPr txBox="1"/>
          <p:nvPr/>
        </p:nvSpPr>
        <p:spPr>
          <a:xfrm>
            <a:off x="2884035" y="6248791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from </a:t>
            </a:r>
            <a:r>
              <a:rPr lang="en-US">
                <a:hlinkClick r:id="rId2"/>
              </a:rPr>
              <a:t>mit missing semester 2020 video #2</a:t>
            </a:r>
            <a:r>
              <a:rPr lang="en-US"/>
              <a:t> ~15:40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2745CC-816C-6D98-0860-FE74BA31724F}"/>
              </a:ext>
            </a:extLst>
          </p:cNvPr>
          <p:cNvSpPr txBox="1"/>
          <p:nvPr/>
        </p:nvSpPr>
        <p:spPr>
          <a:xfrm>
            <a:off x="998083" y="5040808"/>
            <a:ext cx="9435874" cy="98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2000" u="sng">
                <a:cs typeface="Courier New" panose="02070309020205020404" pitchFamily="49" charset="0"/>
              </a:rPr>
              <a:t>Note</a:t>
            </a:r>
            <a:r>
              <a:rPr lang="en-US" sz="2000"/>
              <a:t>:  </a:t>
            </a:r>
          </a:p>
          <a:p>
            <a:pPr marL="342900" indent="-34290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/>
              <a:t>if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2000"/>
              <a:t> does not find the pattern, it has exit status 1</a:t>
            </a:r>
          </a:p>
          <a:p>
            <a:pPr marL="342900" indent="-34290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2000"/>
              <a:t>we redirect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grep’s</a:t>
            </a:r>
            <a:r>
              <a:rPr lang="en-US" sz="2000"/>
              <a:t> output (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STDOUT</a:t>
            </a:r>
            <a:r>
              <a:rPr lang="en-US" sz="2000"/>
              <a:t>) and error message (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STDERR</a:t>
            </a:r>
            <a:r>
              <a:rPr lang="en-US" sz="2000"/>
              <a:t>), if any, to a null register  ( the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&gt; /dev/null</a:t>
            </a:r>
            <a:r>
              <a:rPr lang="en-US" sz="2000"/>
              <a:t>) since we do not need to capture them</a:t>
            </a:r>
          </a:p>
        </p:txBody>
      </p:sp>
    </p:spTree>
    <p:extLst>
      <p:ext uri="{BB962C8B-B14F-4D97-AF65-F5344CB8AC3E}">
        <p14:creationId xmlns:p14="http://schemas.microsoft.com/office/powerpoint/2010/main" val="306311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AFBE-9340-7675-CCA9-87B836F2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6674-4201-035D-3842-1CFDC395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Advanced Bash Scripting Guide</a:t>
            </a:r>
            <a:r>
              <a:rPr lang="en-US"/>
              <a:t> (linked to earlier in slides)</a:t>
            </a:r>
          </a:p>
          <a:p>
            <a:r>
              <a:rPr lang="en-US">
                <a:hlinkClick r:id="rId3"/>
              </a:rPr>
              <a:t>The Bash Guide</a:t>
            </a:r>
            <a:endParaRPr lang="en-US"/>
          </a:p>
          <a:p>
            <a:r>
              <a:rPr lang="en-US"/>
              <a:t>MIT missing semester - </a:t>
            </a:r>
            <a:r>
              <a:rPr lang="en-US">
                <a:hlinkClick r:id="rId4"/>
              </a:rPr>
              <a:t>https://missing.csail.mit.edu/2020/shell-tools</a:t>
            </a:r>
            <a:endParaRPr lang="en-US"/>
          </a:p>
          <a:p>
            <a:r>
              <a:rPr lang="en-US">
                <a:hlinkClick r:id="rId5"/>
              </a:rPr>
              <a:t>https://www.youtube.com/watch?v=tK9Oc6AEnR4&amp;t=1545s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1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1204</Words>
  <Application>Microsoft Office PowerPoint</Application>
  <PresentationFormat>Widescreen</PresentationFormat>
  <Paragraphs>188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Automation using shell scripts and makefiles</vt:lpstr>
      <vt:lpstr>Recall from last time - </vt:lpstr>
      <vt:lpstr>Shell Variables</vt:lpstr>
      <vt:lpstr>Use of Quotation Marks with Variables</vt:lpstr>
      <vt:lpstr>Math with Shell Variables </vt:lpstr>
      <vt:lpstr>More on Shell Variables</vt:lpstr>
      <vt:lpstr>Special Shell Variables</vt:lpstr>
      <vt:lpstr>Conditionals</vt:lpstr>
      <vt:lpstr>Conditionals (cont)</vt:lpstr>
      <vt:lpstr>Conditionals (cont)</vt:lpstr>
      <vt:lpstr>Loops</vt:lpstr>
      <vt:lpstr>Example script using for and if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2026-02-23T15:48:00Z</dcterms:created>
  <dcterms:modified xsi:type="dcterms:W3CDTF">2026-03-05T18:14:35Z</dcterms:modified>
</cp:coreProperties>
</file>